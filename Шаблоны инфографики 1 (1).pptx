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5" r:id="rId8"/>
    <p:sldId id="266" r:id="rId9"/>
    <p:sldId id="271" r:id="rId10"/>
    <p:sldId id="272" r:id="rId11"/>
    <p:sldId id="273" r:id="rId12"/>
    <p:sldId id="274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46" userDrawn="1">
          <p15:clr>
            <a:srgbClr val="A4A3A4"/>
          </p15:clr>
        </p15:guide>
        <p15:guide id="2" pos="1209" userDrawn="1">
          <p15:clr>
            <a:srgbClr val="A4A3A4"/>
          </p15:clr>
        </p15:guide>
        <p15:guide id="3" pos="370" userDrawn="1">
          <p15:clr>
            <a:srgbClr val="A4A3A4"/>
          </p15:clr>
        </p15:guide>
        <p15:guide id="4" orient="horz" pos="867" userDrawn="1">
          <p15:clr>
            <a:srgbClr val="A4A3A4"/>
          </p15:clr>
        </p15:guide>
        <p15:guide id="5" pos="9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3"/>
    <a:srgbClr val="D36BAE"/>
    <a:srgbClr val="F0F0F0"/>
    <a:srgbClr val="EAEAEA"/>
    <a:srgbClr val="72C4C5"/>
    <a:srgbClr val="66A927"/>
    <a:srgbClr val="EB5D1E"/>
    <a:srgbClr val="F4A648"/>
    <a:srgbClr val="E6E0E0"/>
    <a:srgbClr val="61A2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91" d="100"/>
          <a:sy n="91" d="100"/>
        </p:scale>
        <p:origin x="48" y="168"/>
      </p:cViewPr>
      <p:guideLst>
        <p:guide orient="horz" pos="2546"/>
        <p:guide pos="1209"/>
        <p:guide pos="370"/>
        <p:guide orient="horz" pos="867"/>
        <p:guide pos="9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81C451-C761-415F-903F-E019778513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DE21A77-E25D-46D5-8D0D-19A2C7C823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80701B-DDAB-4F00-8130-1767BB5D9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BC0A7-4550-4F91-AE9D-4EDA338C8C22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17D24B-43F4-452C-BBB6-A976D53A3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24F04D-8BC2-4843-A3FB-ACBA42286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7ABEF-F7AA-4DDA-881F-8B739DD995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7602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6C951E-3539-4ACC-8572-3ACDA3021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0B1B1B-57DF-4A6A-96E4-E4D10AC8A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8C9CCD3-E036-4DB8-A9CC-F6375940B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BC0A7-4550-4F91-AE9D-4EDA338C8C22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6D91FF-FEA9-42ED-A1E7-8C1E16F61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D2F7FF-16F5-4B29-B070-F769E0E42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7ABEF-F7AA-4DDA-881F-8B739DD995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9779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747682-57D4-4CE8-B45C-2B36C5EB8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EBAEE6B-3E5B-4306-A30B-7EFC8A015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9EA12C-794F-4D6C-B475-10CDBA197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BC0A7-4550-4F91-AE9D-4EDA338C8C22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940169-871C-498D-824D-F2ECCECA3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3C1BD4-54FE-4BF0-8DDE-7B1FAD445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7ABEF-F7AA-4DDA-881F-8B739DD995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9936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C84C8F-CC56-4E16-A980-D10AA9D6B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52B5CB-6261-4D4F-9F5C-6E5A885781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D50F56E-5D62-4B26-AFAF-FFC2D66C63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D647D95-7BB0-4C7A-A56B-CCB004CB1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BC0A7-4550-4F91-AE9D-4EDA338C8C22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664FB6-4937-493C-9864-9D6DF950C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36EF3B1-7816-494E-AEFB-BBFCBF253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7ABEF-F7AA-4DDA-881F-8B739DD995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5846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4C3BC2-0AC4-4D9F-A373-31A87DC46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79D43E-B03E-4353-890F-EC4576FD8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1ABBC03-E233-42C8-9433-25524AD0B7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6F1D588-9FEA-4F41-AFA0-65162EB7D0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EDE328F-9ADA-4726-A74A-CB8318A94A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B4D1EE6-0A3B-4C8E-A6C7-84A373113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BC0A7-4550-4F91-AE9D-4EDA338C8C22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C86807F-62A1-46BA-8C76-4FCFB948F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95A2694-BA3D-453F-BE19-C605468ED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7ABEF-F7AA-4DDA-881F-8B739DD995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8953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BC5CF9-8FB9-492E-A6F4-BB7FC24B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3E2D497-C835-4853-9D48-75D729905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BC0A7-4550-4F91-AE9D-4EDA338C8C22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FC19F14-071D-487A-A7B4-44095BAD2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C26B52B-D061-45F3-BA2C-62F949C02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7ABEF-F7AA-4DDA-881F-8B739DD995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7633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2F05DF8-B809-4A67-A376-07F4A9A87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BC0A7-4550-4F91-AE9D-4EDA338C8C22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41C5144-A6F5-48C9-9980-1F96214D6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F82C95F-4243-4312-8AF8-D65DA2A98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7ABEF-F7AA-4DDA-881F-8B739DD995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2727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AA644F-98D9-4679-B6D3-46021DA17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890D70-C76B-4037-A33B-3241325C6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09A9610-9023-4326-9FEE-73E00BFC74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2F6342C-C75F-4372-ADC7-6208818B3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BC0A7-4550-4F91-AE9D-4EDA338C8C22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F0DBA2-5F9C-4511-AEC0-5C7BF276D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52AA1C0-2DE1-4431-963E-B47ED7B59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7ABEF-F7AA-4DDA-881F-8B739DD995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89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D33E6A-9C1B-46EA-BB89-FDFAAEDD2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9208F5E-F68E-4D14-88E9-CBB94243E7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C430BE3-5E4D-405E-8377-BC10228463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2A22933-2B6E-479C-97D5-F7D3BCC19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BC0A7-4550-4F91-AE9D-4EDA338C8C22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4BF94A9-B0F8-485E-80E5-DFA24CD51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03358E5-5E27-4A71-BFEC-455346B85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7ABEF-F7AA-4DDA-881F-8B739DD995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0933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45CA39-12CA-4987-A6C9-6929B2BB8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5FAAC2C-F5A1-4914-ADDE-15BFDAD5A0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E12B30-7A14-4346-A44C-2EDE8932F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BC0A7-4550-4F91-AE9D-4EDA338C8C22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10F6FD2-2CE4-424F-AB2D-7C9E47D31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B9BDF1A-F9EC-46CB-800C-9F1495ACB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7ABEF-F7AA-4DDA-881F-8B739DD995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2683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48AD92C-BECB-4943-8A79-33A81C6FEB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9922AF9-DD0D-4348-9765-116BCD9728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6B45A0-CC67-443C-9E68-40D8AF26B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BC0A7-4550-4F91-AE9D-4EDA338C8C22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7596F4-E908-4FA8-BB8C-5CC968E2E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25CCAC-3D91-40C1-BD37-EF8B224D0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7ABEF-F7AA-4DDA-881F-8B739DD995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8071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41CCB5-9ECD-4746-A882-6DD82212B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7FE6D91-DCF5-4D56-9A7B-BCC386198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BFE2125-B2DC-4CD3-8F4A-35C3B33535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BC0A7-4550-4F91-AE9D-4EDA338C8C22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0A267C-3A0E-41EE-9466-E477B7489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BD1D77-091B-4832-87EB-A3D1013005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7ABEF-F7AA-4DDA-881F-8B739DD995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3123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FE3B71C-3254-4B02-9C29-1CCA257EB5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олилиния: фигура 25">
            <a:extLst>
              <a:ext uri="{FF2B5EF4-FFF2-40B4-BE49-F238E27FC236}">
                <a16:creationId xmlns:a16="http://schemas.microsoft.com/office/drawing/2014/main" id="{DF401E1F-C967-41FF-B1C7-896CBE1B59FD}"/>
              </a:ext>
            </a:extLst>
          </p:cNvPr>
          <p:cNvSpPr/>
          <p:nvPr/>
        </p:nvSpPr>
        <p:spPr>
          <a:xfrm>
            <a:off x="2939539" y="643980"/>
            <a:ext cx="3347139" cy="493150"/>
          </a:xfrm>
          <a:custGeom>
            <a:avLst/>
            <a:gdLst>
              <a:gd name="connsiteX0" fmla="*/ 0 w 3347139"/>
              <a:gd name="connsiteY0" fmla="*/ 0 h 493150"/>
              <a:gd name="connsiteX1" fmla="*/ 3048188 w 3347139"/>
              <a:gd name="connsiteY1" fmla="*/ 0 h 493150"/>
              <a:gd name="connsiteX2" fmla="*/ 3347139 w 3347139"/>
              <a:gd name="connsiteY2" fmla="*/ 493150 h 493150"/>
              <a:gd name="connsiteX3" fmla="*/ 2846165 w 3347139"/>
              <a:gd name="connsiteY3" fmla="*/ 493150 h 493150"/>
              <a:gd name="connsiteX4" fmla="*/ 2345190 w 3347139"/>
              <a:gd name="connsiteY4" fmla="*/ 493150 h 493150"/>
              <a:gd name="connsiteX5" fmla="*/ 337211 w 3347139"/>
              <a:gd name="connsiteY5" fmla="*/ 493150 h 493150"/>
              <a:gd name="connsiteX6" fmla="*/ 336952 w 3347139"/>
              <a:gd name="connsiteY6" fmla="*/ 490579 h 493150"/>
              <a:gd name="connsiteX7" fmla="*/ 12953 w 3347139"/>
              <a:gd name="connsiteY7" fmla="*/ 7031 h 493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47139" h="493150">
                <a:moveTo>
                  <a:pt x="0" y="0"/>
                </a:moveTo>
                <a:lnTo>
                  <a:pt x="3048188" y="0"/>
                </a:lnTo>
                <a:lnTo>
                  <a:pt x="3347139" y="493150"/>
                </a:lnTo>
                <a:lnTo>
                  <a:pt x="2846165" y="493150"/>
                </a:lnTo>
                <a:lnTo>
                  <a:pt x="2345190" y="493150"/>
                </a:lnTo>
                <a:lnTo>
                  <a:pt x="337211" y="493150"/>
                </a:lnTo>
                <a:lnTo>
                  <a:pt x="336952" y="490579"/>
                </a:lnTo>
                <a:cubicBezTo>
                  <a:pt x="295904" y="289981"/>
                  <a:pt x="176889" y="117784"/>
                  <a:pt x="12953" y="7031"/>
                </a:cubicBezTo>
                <a:close/>
              </a:path>
            </a:pathLst>
          </a:custGeom>
          <a:solidFill>
            <a:srgbClr val="025E57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901BCD0F-0564-4A2A-A164-72DDAD6343F3}"/>
              </a:ext>
            </a:extLst>
          </p:cNvPr>
          <p:cNvSpPr/>
          <p:nvPr/>
        </p:nvSpPr>
        <p:spPr>
          <a:xfrm>
            <a:off x="1754772" y="525269"/>
            <a:ext cx="1540746" cy="1540746"/>
          </a:xfrm>
          <a:prstGeom prst="ellipse">
            <a:avLst/>
          </a:prstGeom>
          <a:noFill/>
          <a:ln w="38100">
            <a:solidFill>
              <a:srgbClr val="025E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5D303E03-0515-4D94-A0A3-0AEF0825AB87}"/>
              </a:ext>
            </a:extLst>
          </p:cNvPr>
          <p:cNvSpPr/>
          <p:nvPr/>
        </p:nvSpPr>
        <p:spPr>
          <a:xfrm>
            <a:off x="1858024" y="618906"/>
            <a:ext cx="1344605" cy="1344605"/>
          </a:xfrm>
          <a:prstGeom prst="ellipse">
            <a:avLst/>
          </a:prstGeom>
          <a:solidFill>
            <a:srgbClr val="025E57"/>
          </a:solidFill>
          <a:ln>
            <a:solidFill>
              <a:srgbClr val="025E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олилиния: фигура 33">
            <a:extLst>
              <a:ext uri="{FF2B5EF4-FFF2-40B4-BE49-F238E27FC236}">
                <a16:creationId xmlns:a16="http://schemas.microsoft.com/office/drawing/2014/main" id="{070331BA-E998-4E08-B48C-244B5F62B45A}"/>
              </a:ext>
            </a:extLst>
          </p:cNvPr>
          <p:cNvSpPr/>
          <p:nvPr/>
        </p:nvSpPr>
        <p:spPr>
          <a:xfrm>
            <a:off x="6079283" y="643980"/>
            <a:ext cx="518896" cy="493150"/>
          </a:xfrm>
          <a:custGeom>
            <a:avLst/>
            <a:gdLst>
              <a:gd name="connsiteX0" fmla="*/ 0 w 518896"/>
              <a:gd name="connsiteY0" fmla="*/ 0 h 493150"/>
              <a:gd name="connsiteX1" fmla="*/ 219945 w 518896"/>
              <a:gd name="connsiteY1" fmla="*/ 0 h 493150"/>
              <a:gd name="connsiteX2" fmla="*/ 518896 w 518896"/>
              <a:gd name="connsiteY2" fmla="*/ 493150 h 493150"/>
              <a:gd name="connsiteX3" fmla="*/ 298951 w 518896"/>
              <a:gd name="connsiteY3" fmla="*/ 493150 h 493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8896" h="493150">
                <a:moveTo>
                  <a:pt x="0" y="0"/>
                </a:moveTo>
                <a:lnTo>
                  <a:pt x="219945" y="0"/>
                </a:lnTo>
                <a:lnTo>
                  <a:pt x="518896" y="493150"/>
                </a:lnTo>
                <a:lnTo>
                  <a:pt x="298951" y="493150"/>
                </a:lnTo>
                <a:close/>
              </a:path>
            </a:pathLst>
          </a:custGeom>
          <a:solidFill>
            <a:srgbClr val="1C9F95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52" name="Полилиния: фигура 51">
            <a:extLst>
              <a:ext uri="{FF2B5EF4-FFF2-40B4-BE49-F238E27FC236}">
                <a16:creationId xmlns:a16="http://schemas.microsoft.com/office/drawing/2014/main" id="{F53FC787-8CC3-4235-AC4B-BAD91CFAE3B4}"/>
              </a:ext>
            </a:extLst>
          </p:cNvPr>
          <p:cNvSpPr/>
          <p:nvPr/>
        </p:nvSpPr>
        <p:spPr>
          <a:xfrm>
            <a:off x="2939539" y="1167144"/>
            <a:ext cx="8134573" cy="826380"/>
          </a:xfrm>
          <a:custGeom>
            <a:avLst/>
            <a:gdLst>
              <a:gd name="connsiteX0" fmla="*/ 7655273 w 8134573"/>
              <a:gd name="connsiteY0" fmla="*/ 0 h 826380"/>
              <a:gd name="connsiteX1" fmla="*/ 8134573 w 8134573"/>
              <a:gd name="connsiteY1" fmla="*/ 826380 h 826380"/>
              <a:gd name="connsiteX2" fmla="*/ 0 w 8134573"/>
              <a:gd name="connsiteY2" fmla="*/ 826380 h 826380"/>
              <a:gd name="connsiteX3" fmla="*/ 41108 w 8134573"/>
              <a:gd name="connsiteY3" fmla="*/ 804067 h 826380"/>
              <a:gd name="connsiteX4" fmla="*/ 380758 w 8134573"/>
              <a:gd name="connsiteY4" fmla="*/ 165262 h 826380"/>
              <a:gd name="connsiteX5" fmla="*/ 365107 w 8134573"/>
              <a:gd name="connsiteY5" fmla="*/ 10005 h 826380"/>
              <a:gd name="connsiteX6" fmla="*/ 363230 w 8134573"/>
              <a:gd name="connsiteY6" fmla="*/ 3958 h 826380"/>
              <a:gd name="connsiteX7" fmla="*/ 3040789 w 8134573"/>
              <a:gd name="connsiteY7" fmla="*/ 3958 h 826380"/>
              <a:gd name="connsiteX8" fmla="*/ 3040117 w 8134573"/>
              <a:gd name="connsiteY8" fmla="*/ 512 h 826380"/>
              <a:gd name="connsiteX9" fmla="*/ 3271959 w 8134573"/>
              <a:gd name="connsiteY9" fmla="*/ 512 h 826380"/>
              <a:gd name="connsiteX10" fmla="*/ 5368676 w 8134573"/>
              <a:gd name="connsiteY10" fmla="*/ 512 h 826380"/>
              <a:gd name="connsiteX11" fmla="*/ 7654976 w 8134573"/>
              <a:gd name="connsiteY11" fmla="*/ 512 h 826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134573" h="826380">
                <a:moveTo>
                  <a:pt x="7655273" y="0"/>
                </a:moveTo>
                <a:lnTo>
                  <a:pt x="8134573" y="826380"/>
                </a:lnTo>
                <a:lnTo>
                  <a:pt x="0" y="826380"/>
                </a:lnTo>
                <a:lnTo>
                  <a:pt x="41108" y="804067"/>
                </a:lnTo>
                <a:cubicBezTo>
                  <a:pt x="246029" y="665626"/>
                  <a:pt x="380758" y="431178"/>
                  <a:pt x="380758" y="165262"/>
                </a:cubicBezTo>
                <a:cubicBezTo>
                  <a:pt x="380758" y="112079"/>
                  <a:pt x="375369" y="60155"/>
                  <a:pt x="365107" y="10005"/>
                </a:cubicBezTo>
                <a:lnTo>
                  <a:pt x="363230" y="3958"/>
                </a:lnTo>
                <a:lnTo>
                  <a:pt x="3040789" y="3958"/>
                </a:lnTo>
                <a:lnTo>
                  <a:pt x="3040117" y="512"/>
                </a:lnTo>
                <a:lnTo>
                  <a:pt x="3271959" y="512"/>
                </a:lnTo>
                <a:lnTo>
                  <a:pt x="5368676" y="512"/>
                </a:lnTo>
                <a:lnTo>
                  <a:pt x="7654976" y="5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88900" dist="762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67" name="Полилиния: фигура 66">
            <a:extLst>
              <a:ext uri="{FF2B5EF4-FFF2-40B4-BE49-F238E27FC236}">
                <a16:creationId xmlns:a16="http://schemas.microsoft.com/office/drawing/2014/main" id="{D454D07F-C390-427E-88B7-2AAC29D5F2AE}"/>
              </a:ext>
            </a:extLst>
          </p:cNvPr>
          <p:cNvSpPr/>
          <p:nvPr/>
        </p:nvSpPr>
        <p:spPr>
          <a:xfrm>
            <a:off x="10745618" y="1144582"/>
            <a:ext cx="817724" cy="818929"/>
          </a:xfrm>
          <a:custGeom>
            <a:avLst/>
            <a:gdLst>
              <a:gd name="connsiteX0" fmla="*/ 0 w 817724"/>
              <a:gd name="connsiteY0" fmla="*/ 0 h 818929"/>
              <a:gd name="connsiteX1" fmla="*/ 342746 w 817724"/>
              <a:gd name="connsiteY1" fmla="*/ 0 h 818929"/>
              <a:gd name="connsiteX2" fmla="*/ 817724 w 817724"/>
              <a:gd name="connsiteY2" fmla="*/ 818929 h 818929"/>
              <a:gd name="connsiteX3" fmla="*/ 474978 w 817724"/>
              <a:gd name="connsiteY3" fmla="*/ 818929 h 81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7724" h="818929">
                <a:moveTo>
                  <a:pt x="0" y="0"/>
                </a:moveTo>
                <a:lnTo>
                  <a:pt x="342746" y="0"/>
                </a:lnTo>
                <a:lnTo>
                  <a:pt x="817724" y="818929"/>
                </a:lnTo>
                <a:lnTo>
                  <a:pt x="474978" y="818929"/>
                </a:lnTo>
                <a:close/>
              </a:path>
            </a:pathLst>
          </a:custGeom>
          <a:solidFill>
            <a:srgbClr val="025E57"/>
          </a:solidFill>
          <a:ln w="25400">
            <a:solidFill>
              <a:schemeClr val="bg1"/>
            </a:solidFill>
          </a:ln>
          <a:effectLst>
            <a:outerShdw blurRad="88900" dist="762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4277F9D-8701-471C-9D6C-36CDABAFF13B}"/>
              </a:ext>
            </a:extLst>
          </p:cNvPr>
          <p:cNvSpPr txBox="1"/>
          <p:nvPr/>
        </p:nvSpPr>
        <p:spPr>
          <a:xfrm>
            <a:off x="2133961" y="616628"/>
            <a:ext cx="7336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0" dirty="0">
                <a:solidFill>
                  <a:schemeClr val="bg1"/>
                </a:solidFill>
                <a:latin typeface="Helvetica" panose="020B0604020202020204" pitchFamily="2" charset="0"/>
              </a:rPr>
              <a:t>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27EC291-2114-406C-91A9-9594715C84AA}"/>
              </a:ext>
            </a:extLst>
          </p:cNvPr>
          <p:cNvSpPr txBox="1"/>
          <p:nvPr/>
        </p:nvSpPr>
        <p:spPr>
          <a:xfrm>
            <a:off x="3297727" y="690500"/>
            <a:ext cx="3039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Bahnschrift" panose="020B0502040204020203" pitchFamily="34" charset="0"/>
              </a:rPr>
              <a:t>НАЗВАНИЕ </a:t>
            </a:r>
            <a:r>
              <a:rPr lang="ru-RU" b="1" dirty="0">
                <a:solidFill>
                  <a:srgbClr val="1C9F95"/>
                </a:solidFill>
                <a:latin typeface="Bahnschrift" panose="020B0502040204020203" pitchFamily="34" charset="0"/>
              </a:rPr>
              <a:t>ЭТАПА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1C51DD-3652-4E70-BC69-F18B834033A7}"/>
              </a:ext>
            </a:extLst>
          </p:cNvPr>
          <p:cNvSpPr txBox="1"/>
          <p:nvPr/>
        </p:nvSpPr>
        <p:spPr>
          <a:xfrm>
            <a:off x="3318420" y="1267339"/>
            <a:ext cx="7168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ndara" panose="020E0502030303020204" pitchFamily="34" charset="0"/>
              </a:rPr>
              <a:t>Описание этапа. Дайте короткое описание этому этапу, которое соответствует теме данного слайда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5300943-73D3-4DC2-8FE6-DE77ED2A69A5}"/>
              </a:ext>
            </a:extLst>
          </p:cNvPr>
          <p:cNvGrpSpPr/>
          <p:nvPr/>
        </p:nvGrpSpPr>
        <p:grpSpPr>
          <a:xfrm>
            <a:off x="1363494" y="2669731"/>
            <a:ext cx="9808570" cy="1540746"/>
            <a:chOff x="1363494" y="2669731"/>
            <a:chExt cx="9808570" cy="1540746"/>
          </a:xfrm>
        </p:grpSpPr>
        <p:sp>
          <p:nvSpPr>
            <p:cNvPr id="70" name="Овал 69">
              <a:extLst>
                <a:ext uri="{FF2B5EF4-FFF2-40B4-BE49-F238E27FC236}">
                  <a16:creationId xmlns:a16="http://schemas.microsoft.com/office/drawing/2014/main" id="{93D82AD0-2D2E-4A84-B50A-1F0244CE9F4A}"/>
                </a:ext>
              </a:extLst>
            </p:cNvPr>
            <p:cNvSpPr/>
            <p:nvPr/>
          </p:nvSpPr>
          <p:spPr>
            <a:xfrm>
              <a:off x="1461564" y="2763367"/>
              <a:ext cx="1344605" cy="1344605"/>
            </a:xfrm>
            <a:prstGeom prst="ellipse">
              <a:avLst/>
            </a:prstGeom>
            <a:solidFill>
              <a:srgbClr val="FE6A22"/>
            </a:solidFill>
            <a:ln>
              <a:solidFill>
                <a:srgbClr val="FE6A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1" name="Полилиния: фигура 70">
              <a:extLst>
                <a:ext uri="{FF2B5EF4-FFF2-40B4-BE49-F238E27FC236}">
                  <a16:creationId xmlns:a16="http://schemas.microsoft.com/office/drawing/2014/main" id="{E46336EE-7B5F-4D59-BC8E-EA1A963BD18E}"/>
                </a:ext>
              </a:extLst>
            </p:cNvPr>
            <p:cNvSpPr/>
            <p:nvPr/>
          </p:nvSpPr>
          <p:spPr>
            <a:xfrm>
              <a:off x="2548261" y="2788442"/>
              <a:ext cx="3347139" cy="493150"/>
            </a:xfrm>
            <a:custGeom>
              <a:avLst/>
              <a:gdLst>
                <a:gd name="connsiteX0" fmla="*/ 0 w 3347139"/>
                <a:gd name="connsiteY0" fmla="*/ 0 h 493150"/>
                <a:gd name="connsiteX1" fmla="*/ 3048188 w 3347139"/>
                <a:gd name="connsiteY1" fmla="*/ 0 h 493150"/>
                <a:gd name="connsiteX2" fmla="*/ 3347139 w 3347139"/>
                <a:gd name="connsiteY2" fmla="*/ 493150 h 493150"/>
                <a:gd name="connsiteX3" fmla="*/ 2846165 w 3347139"/>
                <a:gd name="connsiteY3" fmla="*/ 493150 h 493150"/>
                <a:gd name="connsiteX4" fmla="*/ 2345190 w 3347139"/>
                <a:gd name="connsiteY4" fmla="*/ 493150 h 493150"/>
                <a:gd name="connsiteX5" fmla="*/ 337211 w 3347139"/>
                <a:gd name="connsiteY5" fmla="*/ 493150 h 493150"/>
                <a:gd name="connsiteX6" fmla="*/ 336952 w 3347139"/>
                <a:gd name="connsiteY6" fmla="*/ 490579 h 493150"/>
                <a:gd name="connsiteX7" fmla="*/ 12953 w 3347139"/>
                <a:gd name="connsiteY7" fmla="*/ 7031 h 49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7139" h="493150">
                  <a:moveTo>
                    <a:pt x="0" y="0"/>
                  </a:moveTo>
                  <a:lnTo>
                    <a:pt x="3048188" y="0"/>
                  </a:lnTo>
                  <a:lnTo>
                    <a:pt x="3347139" y="493150"/>
                  </a:lnTo>
                  <a:lnTo>
                    <a:pt x="2846165" y="493150"/>
                  </a:lnTo>
                  <a:lnTo>
                    <a:pt x="2345190" y="493150"/>
                  </a:lnTo>
                  <a:lnTo>
                    <a:pt x="337211" y="493150"/>
                  </a:lnTo>
                  <a:lnTo>
                    <a:pt x="336952" y="490579"/>
                  </a:lnTo>
                  <a:cubicBezTo>
                    <a:pt x="295904" y="289981"/>
                    <a:pt x="176889" y="117784"/>
                    <a:pt x="12953" y="7031"/>
                  </a:cubicBezTo>
                  <a:close/>
                </a:path>
              </a:pathLst>
            </a:custGeom>
            <a:solidFill>
              <a:srgbClr val="FE6A22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72" name="Полилиния: фигура 71">
              <a:extLst>
                <a:ext uri="{FF2B5EF4-FFF2-40B4-BE49-F238E27FC236}">
                  <a16:creationId xmlns:a16="http://schemas.microsoft.com/office/drawing/2014/main" id="{BE551320-4128-4A30-9AAE-B803407A1CFF}"/>
                </a:ext>
              </a:extLst>
            </p:cNvPr>
            <p:cNvSpPr/>
            <p:nvPr/>
          </p:nvSpPr>
          <p:spPr>
            <a:xfrm>
              <a:off x="5688005" y="2788442"/>
              <a:ext cx="518896" cy="493150"/>
            </a:xfrm>
            <a:custGeom>
              <a:avLst/>
              <a:gdLst>
                <a:gd name="connsiteX0" fmla="*/ 0 w 518896"/>
                <a:gd name="connsiteY0" fmla="*/ 0 h 493150"/>
                <a:gd name="connsiteX1" fmla="*/ 219945 w 518896"/>
                <a:gd name="connsiteY1" fmla="*/ 0 h 493150"/>
                <a:gd name="connsiteX2" fmla="*/ 518896 w 518896"/>
                <a:gd name="connsiteY2" fmla="*/ 493150 h 493150"/>
                <a:gd name="connsiteX3" fmla="*/ 298951 w 518896"/>
                <a:gd name="connsiteY3" fmla="*/ 493150 h 49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8896" h="493150">
                  <a:moveTo>
                    <a:pt x="0" y="0"/>
                  </a:moveTo>
                  <a:lnTo>
                    <a:pt x="219945" y="0"/>
                  </a:lnTo>
                  <a:lnTo>
                    <a:pt x="518896" y="493150"/>
                  </a:lnTo>
                  <a:lnTo>
                    <a:pt x="298951" y="493150"/>
                  </a:lnTo>
                  <a:close/>
                </a:path>
              </a:pathLst>
            </a:custGeom>
            <a:solidFill>
              <a:srgbClr val="FE935E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73" name="Полилиния: фигура 72">
              <a:extLst>
                <a:ext uri="{FF2B5EF4-FFF2-40B4-BE49-F238E27FC236}">
                  <a16:creationId xmlns:a16="http://schemas.microsoft.com/office/drawing/2014/main" id="{214E6BF0-8670-4BC5-87AE-B7A50AD1CDF8}"/>
                </a:ext>
              </a:extLst>
            </p:cNvPr>
            <p:cNvSpPr/>
            <p:nvPr/>
          </p:nvSpPr>
          <p:spPr>
            <a:xfrm>
              <a:off x="2530847" y="3283869"/>
              <a:ext cx="8134573" cy="826380"/>
            </a:xfrm>
            <a:custGeom>
              <a:avLst/>
              <a:gdLst>
                <a:gd name="connsiteX0" fmla="*/ 7655273 w 8134573"/>
                <a:gd name="connsiteY0" fmla="*/ 0 h 826380"/>
                <a:gd name="connsiteX1" fmla="*/ 8134573 w 8134573"/>
                <a:gd name="connsiteY1" fmla="*/ 826380 h 826380"/>
                <a:gd name="connsiteX2" fmla="*/ 0 w 8134573"/>
                <a:gd name="connsiteY2" fmla="*/ 826380 h 826380"/>
                <a:gd name="connsiteX3" fmla="*/ 41108 w 8134573"/>
                <a:gd name="connsiteY3" fmla="*/ 804067 h 826380"/>
                <a:gd name="connsiteX4" fmla="*/ 380758 w 8134573"/>
                <a:gd name="connsiteY4" fmla="*/ 165262 h 826380"/>
                <a:gd name="connsiteX5" fmla="*/ 365107 w 8134573"/>
                <a:gd name="connsiteY5" fmla="*/ 10005 h 826380"/>
                <a:gd name="connsiteX6" fmla="*/ 363230 w 8134573"/>
                <a:gd name="connsiteY6" fmla="*/ 3958 h 826380"/>
                <a:gd name="connsiteX7" fmla="*/ 3040789 w 8134573"/>
                <a:gd name="connsiteY7" fmla="*/ 3958 h 826380"/>
                <a:gd name="connsiteX8" fmla="*/ 3040117 w 8134573"/>
                <a:gd name="connsiteY8" fmla="*/ 512 h 826380"/>
                <a:gd name="connsiteX9" fmla="*/ 3271959 w 8134573"/>
                <a:gd name="connsiteY9" fmla="*/ 512 h 826380"/>
                <a:gd name="connsiteX10" fmla="*/ 5368676 w 8134573"/>
                <a:gd name="connsiteY10" fmla="*/ 512 h 826380"/>
                <a:gd name="connsiteX11" fmla="*/ 7654976 w 8134573"/>
                <a:gd name="connsiteY11" fmla="*/ 512 h 826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134573" h="826380">
                  <a:moveTo>
                    <a:pt x="7655273" y="0"/>
                  </a:moveTo>
                  <a:lnTo>
                    <a:pt x="8134573" y="826380"/>
                  </a:lnTo>
                  <a:lnTo>
                    <a:pt x="0" y="826380"/>
                  </a:lnTo>
                  <a:lnTo>
                    <a:pt x="41108" y="804067"/>
                  </a:lnTo>
                  <a:cubicBezTo>
                    <a:pt x="246029" y="665626"/>
                    <a:pt x="380758" y="431178"/>
                    <a:pt x="380758" y="165262"/>
                  </a:cubicBezTo>
                  <a:cubicBezTo>
                    <a:pt x="380758" y="112079"/>
                    <a:pt x="375369" y="60155"/>
                    <a:pt x="365107" y="10005"/>
                  </a:cubicBezTo>
                  <a:lnTo>
                    <a:pt x="363230" y="3958"/>
                  </a:lnTo>
                  <a:lnTo>
                    <a:pt x="3040789" y="3958"/>
                  </a:lnTo>
                  <a:lnTo>
                    <a:pt x="3040117" y="512"/>
                  </a:lnTo>
                  <a:lnTo>
                    <a:pt x="3271959" y="512"/>
                  </a:lnTo>
                  <a:lnTo>
                    <a:pt x="5368676" y="512"/>
                  </a:lnTo>
                  <a:lnTo>
                    <a:pt x="7654976" y="5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88900" dist="762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74" name="Овал 73">
              <a:extLst>
                <a:ext uri="{FF2B5EF4-FFF2-40B4-BE49-F238E27FC236}">
                  <a16:creationId xmlns:a16="http://schemas.microsoft.com/office/drawing/2014/main" id="{67690FD0-DD4C-437B-BD8C-22CBF89D8E15}"/>
                </a:ext>
              </a:extLst>
            </p:cNvPr>
            <p:cNvSpPr/>
            <p:nvPr/>
          </p:nvSpPr>
          <p:spPr>
            <a:xfrm>
              <a:off x="1363494" y="2669731"/>
              <a:ext cx="1540746" cy="1540746"/>
            </a:xfrm>
            <a:prstGeom prst="ellipse">
              <a:avLst/>
            </a:prstGeom>
            <a:noFill/>
            <a:ln w="38100">
              <a:solidFill>
                <a:srgbClr val="FE6A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5" name="Полилиния: фигура 74">
              <a:extLst>
                <a:ext uri="{FF2B5EF4-FFF2-40B4-BE49-F238E27FC236}">
                  <a16:creationId xmlns:a16="http://schemas.microsoft.com/office/drawing/2014/main" id="{F13A02EA-59EC-479E-B68F-C83CE5B8F4E8}"/>
                </a:ext>
              </a:extLst>
            </p:cNvPr>
            <p:cNvSpPr/>
            <p:nvPr/>
          </p:nvSpPr>
          <p:spPr>
            <a:xfrm>
              <a:off x="10354340" y="3289044"/>
              <a:ext cx="817724" cy="818929"/>
            </a:xfrm>
            <a:custGeom>
              <a:avLst/>
              <a:gdLst>
                <a:gd name="connsiteX0" fmla="*/ 0 w 817724"/>
                <a:gd name="connsiteY0" fmla="*/ 0 h 818929"/>
                <a:gd name="connsiteX1" fmla="*/ 342746 w 817724"/>
                <a:gd name="connsiteY1" fmla="*/ 0 h 818929"/>
                <a:gd name="connsiteX2" fmla="*/ 817724 w 817724"/>
                <a:gd name="connsiteY2" fmla="*/ 818929 h 818929"/>
                <a:gd name="connsiteX3" fmla="*/ 474978 w 817724"/>
                <a:gd name="connsiteY3" fmla="*/ 818929 h 818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7724" h="818929">
                  <a:moveTo>
                    <a:pt x="0" y="0"/>
                  </a:moveTo>
                  <a:lnTo>
                    <a:pt x="342746" y="0"/>
                  </a:lnTo>
                  <a:lnTo>
                    <a:pt x="817724" y="818929"/>
                  </a:lnTo>
                  <a:lnTo>
                    <a:pt x="474978" y="818929"/>
                  </a:lnTo>
                  <a:close/>
                </a:path>
              </a:pathLst>
            </a:custGeom>
            <a:solidFill>
              <a:srgbClr val="FE6A22"/>
            </a:solidFill>
            <a:ln w="25400">
              <a:solidFill>
                <a:schemeClr val="bg1"/>
              </a:solidFill>
            </a:ln>
            <a:effectLst>
              <a:outerShdw blurRad="88900" dist="762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83" name="Полилиния: фигура 82">
              <a:extLst>
                <a:ext uri="{FF2B5EF4-FFF2-40B4-BE49-F238E27FC236}">
                  <a16:creationId xmlns:a16="http://schemas.microsoft.com/office/drawing/2014/main" id="{198DF585-6212-4734-BA50-3A0F983DCDB6}"/>
                </a:ext>
              </a:extLst>
            </p:cNvPr>
            <p:cNvSpPr/>
            <p:nvPr/>
          </p:nvSpPr>
          <p:spPr>
            <a:xfrm>
              <a:off x="5999054" y="2788442"/>
              <a:ext cx="518896" cy="493150"/>
            </a:xfrm>
            <a:custGeom>
              <a:avLst/>
              <a:gdLst>
                <a:gd name="connsiteX0" fmla="*/ 0 w 518896"/>
                <a:gd name="connsiteY0" fmla="*/ 0 h 493150"/>
                <a:gd name="connsiteX1" fmla="*/ 219945 w 518896"/>
                <a:gd name="connsiteY1" fmla="*/ 0 h 493150"/>
                <a:gd name="connsiteX2" fmla="*/ 518896 w 518896"/>
                <a:gd name="connsiteY2" fmla="*/ 493150 h 493150"/>
                <a:gd name="connsiteX3" fmla="*/ 298951 w 518896"/>
                <a:gd name="connsiteY3" fmla="*/ 493150 h 49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8896" h="493150">
                  <a:moveTo>
                    <a:pt x="0" y="0"/>
                  </a:moveTo>
                  <a:lnTo>
                    <a:pt x="219945" y="0"/>
                  </a:lnTo>
                  <a:lnTo>
                    <a:pt x="518896" y="493150"/>
                  </a:lnTo>
                  <a:lnTo>
                    <a:pt x="298951" y="493150"/>
                  </a:lnTo>
                  <a:close/>
                </a:path>
              </a:pathLst>
            </a:custGeom>
            <a:solidFill>
              <a:srgbClr val="FE935E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731F649B-25C6-45FE-9997-FF155F221F3E}"/>
                </a:ext>
              </a:extLst>
            </p:cNvPr>
            <p:cNvSpPr txBox="1"/>
            <p:nvPr/>
          </p:nvSpPr>
          <p:spPr>
            <a:xfrm>
              <a:off x="1754772" y="2773949"/>
              <a:ext cx="733621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8000" dirty="0">
                  <a:solidFill>
                    <a:schemeClr val="bg1"/>
                  </a:solidFill>
                  <a:latin typeface="Helvetica" panose="020B0604020202020204" pitchFamily="2" charset="0"/>
                </a:rPr>
                <a:t>2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995CAF05-650B-4A00-876E-E148A45AF00D}"/>
                </a:ext>
              </a:extLst>
            </p:cNvPr>
            <p:cNvSpPr txBox="1"/>
            <p:nvPr/>
          </p:nvSpPr>
          <p:spPr>
            <a:xfrm>
              <a:off x="2906444" y="2848925"/>
              <a:ext cx="30399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НАЗВАНИЕ </a:t>
              </a:r>
              <a:r>
                <a:rPr lang="ru-RU" b="1" dirty="0">
                  <a:solidFill>
                    <a:srgbClr val="FEAE86"/>
                  </a:solidFill>
                  <a:latin typeface="Bahnschrift" panose="020B0502040204020203" pitchFamily="34" charset="0"/>
                </a:rPr>
                <a:t>ЭТАПА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D08C264-9200-4AEF-9D44-947E551EE831}"/>
                </a:ext>
              </a:extLst>
            </p:cNvPr>
            <p:cNvSpPr txBox="1"/>
            <p:nvPr/>
          </p:nvSpPr>
          <p:spPr>
            <a:xfrm>
              <a:off x="2908479" y="3425410"/>
              <a:ext cx="716857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ndara" panose="020E0502030303020204" pitchFamily="34" charset="0"/>
                </a:rPr>
                <a:t>Описание этапа. Дайте короткое описание этому этапу, которое соответствует теме данного слайда</a:t>
              </a:r>
            </a:p>
          </p:txBody>
        </p:sp>
      </p:grp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D8B0DE2B-275E-429F-BDB4-93F5585EF447}"/>
              </a:ext>
            </a:extLst>
          </p:cNvPr>
          <p:cNvGrpSpPr/>
          <p:nvPr/>
        </p:nvGrpSpPr>
        <p:grpSpPr>
          <a:xfrm>
            <a:off x="1363494" y="4476768"/>
            <a:ext cx="9808570" cy="1540746"/>
            <a:chOff x="1363494" y="4476768"/>
            <a:chExt cx="9808570" cy="1540746"/>
          </a:xfrm>
        </p:grpSpPr>
        <p:sp>
          <p:nvSpPr>
            <p:cNvPr id="77" name="Овал 76">
              <a:extLst>
                <a:ext uri="{FF2B5EF4-FFF2-40B4-BE49-F238E27FC236}">
                  <a16:creationId xmlns:a16="http://schemas.microsoft.com/office/drawing/2014/main" id="{E43B2265-8CDD-4C7F-B113-B8CCBA5BC055}"/>
                </a:ext>
              </a:extLst>
            </p:cNvPr>
            <p:cNvSpPr/>
            <p:nvPr/>
          </p:nvSpPr>
          <p:spPr>
            <a:xfrm>
              <a:off x="1461564" y="4570404"/>
              <a:ext cx="1344605" cy="1344605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8" name="Полилиния: фигура 77">
              <a:extLst>
                <a:ext uri="{FF2B5EF4-FFF2-40B4-BE49-F238E27FC236}">
                  <a16:creationId xmlns:a16="http://schemas.microsoft.com/office/drawing/2014/main" id="{7AB74C59-77CA-4D1A-999A-1D6BB6057443}"/>
                </a:ext>
              </a:extLst>
            </p:cNvPr>
            <p:cNvSpPr/>
            <p:nvPr/>
          </p:nvSpPr>
          <p:spPr>
            <a:xfrm>
              <a:off x="2548261" y="4595479"/>
              <a:ext cx="3347139" cy="493150"/>
            </a:xfrm>
            <a:custGeom>
              <a:avLst/>
              <a:gdLst>
                <a:gd name="connsiteX0" fmla="*/ 0 w 3347139"/>
                <a:gd name="connsiteY0" fmla="*/ 0 h 493150"/>
                <a:gd name="connsiteX1" fmla="*/ 3048188 w 3347139"/>
                <a:gd name="connsiteY1" fmla="*/ 0 h 493150"/>
                <a:gd name="connsiteX2" fmla="*/ 3347139 w 3347139"/>
                <a:gd name="connsiteY2" fmla="*/ 493150 h 493150"/>
                <a:gd name="connsiteX3" fmla="*/ 2846165 w 3347139"/>
                <a:gd name="connsiteY3" fmla="*/ 493150 h 493150"/>
                <a:gd name="connsiteX4" fmla="*/ 2345190 w 3347139"/>
                <a:gd name="connsiteY4" fmla="*/ 493150 h 493150"/>
                <a:gd name="connsiteX5" fmla="*/ 337211 w 3347139"/>
                <a:gd name="connsiteY5" fmla="*/ 493150 h 493150"/>
                <a:gd name="connsiteX6" fmla="*/ 336952 w 3347139"/>
                <a:gd name="connsiteY6" fmla="*/ 490579 h 493150"/>
                <a:gd name="connsiteX7" fmla="*/ 12953 w 3347139"/>
                <a:gd name="connsiteY7" fmla="*/ 7031 h 49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7139" h="493150">
                  <a:moveTo>
                    <a:pt x="0" y="0"/>
                  </a:moveTo>
                  <a:lnTo>
                    <a:pt x="3048188" y="0"/>
                  </a:lnTo>
                  <a:lnTo>
                    <a:pt x="3347139" y="493150"/>
                  </a:lnTo>
                  <a:lnTo>
                    <a:pt x="2846165" y="493150"/>
                  </a:lnTo>
                  <a:lnTo>
                    <a:pt x="2345190" y="493150"/>
                  </a:lnTo>
                  <a:lnTo>
                    <a:pt x="337211" y="493150"/>
                  </a:lnTo>
                  <a:lnTo>
                    <a:pt x="336952" y="490579"/>
                  </a:lnTo>
                  <a:cubicBezTo>
                    <a:pt x="295904" y="289981"/>
                    <a:pt x="176889" y="117784"/>
                    <a:pt x="12953" y="7031"/>
                  </a:cubicBezTo>
                  <a:close/>
                </a:path>
              </a:pathLst>
            </a:custGeom>
            <a:solidFill>
              <a:srgbClr val="C0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79" name="Полилиния: фигура 78">
              <a:extLst>
                <a:ext uri="{FF2B5EF4-FFF2-40B4-BE49-F238E27FC236}">
                  <a16:creationId xmlns:a16="http://schemas.microsoft.com/office/drawing/2014/main" id="{CD17AB44-AE80-4E21-A863-20716830E670}"/>
                </a:ext>
              </a:extLst>
            </p:cNvPr>
            <p:cNvSpPr/>
            <p:nvPr/>
          </p:nvSpPr>
          <p:spPr>
            <a:xfrm>
              <a:off x="5688005" y="4595479"/>
              <a:ext cx="518896" cy="493150"/>
            </a:xfrm>
            <a:custGeom>
              <a:avLst/>
              <a:gdLst>
                <a:gd name="connsiteX0" fmla="*/ 0 w 518896"/>
                <a:gd name="connsiteY0" fmla="*/ 0 h 493150"/>
                <a:gd name="connsiteX1" fmla="*/ 219945 w 518896"/>
                <a:gd name="connsiteY1" fmla="*/ 0 h 493150"/>
                <a:gd name="connsiteX2" fmla="*/ 518896 w 518896"/>
                <a:gd name="connsiteY2" fmla="*/ 493150 h 493150"/>
                <a:gd name="connsiteX3" fmla="*/ 298951 w 518896"/>
                <a:gd name="connsiteY3" fmla="*/ 493150 h 49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8896" h="493150">
                  <a:moveTo>
                    <a:pt x="0" y="0"/>
                  </a:moveTo>
                  <a:lnTo>
                    <a:pt x="219945" y="0"/>
                  </a:lnTo>
                  <a:lnTo>
                    <a:pt x="518896" y="493150"/>
                  </a:lnTo>
                  <a:lnTo>
                    <a:pt x="298951" y="493150"/>
                  </a:lnTo>
                  <a:close/>
                </a:path>
              </a:pathLst>
            </a:custGeom>
            <a:solidFill>
              <a:srgbClr val="FF6D6D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80" name="Полилиния: фигура 79">
              <a:extLst>
                <a:ext uri="{FF2B5EF4-FFF2-40B4-BE49-F238E27FC236}">
                  <a16:creationId xmlns:a16="http://schemas.microsoft.com/office/drawing/2014/main" id="{6251AF3F-94EB-4C1A-AAD4-F1FD4519CFE4}"/>
                </a:ext>
              </a:extLst>
            </p:cNvPr>
            <p:cNvSpPr/>
            <p:nvPr/>
          </p:nvSpPr>
          <p:spPr>
            <a:xfrm>
              <a:off x="2530847" y="5090906"/>
              <a:ext cx="8134573" cy="826380"/>
            </a:xfrm>
            <a:custGeom>
              <a:avLst/>
              <a:gdLst>
                <a:gd name="connsiteX0" fmla="*/ 7655273 w 8134573"/>
                <a:gd name="connsiteY0" fmla="*/ 0 h 826380"/>
                <a:gd name="connsiteX1" fmla="*/ 8134573 w 8134573"/>
                <a:gd name="connsiteY1" fmla="*/ 826380 h 826380"/>
                <a:gd name="connsiteX2" fmla="*/ 0 w 8134573"/>
                <a:gd name="connsiteY2" fmla="*/ 826380 h 826380"/>
                <a:gd name="connsiteX3" fmla="*/ 41108 w 8134573"/>
                <a:gd name="connsiteY3" fmla="*/ 804067 h 826380"/>
                <a:gd name="connsiteX4" fmla="*/ 380758 w 8134573"/>
                <a:gd name="connsiteY4" fmla="*/ 165262 h 826380"/>
                <a:gd name="connsiteX5" fmla="*/ 365107 w 8134573"/>
                <a:gd name="connsiteY5" fmla="*/ 10005 h 826380"/>
                <a:gd name="connsiteX6" fmla="*/ 363230 w 8134573"/>
                <a:gd name="connsiteY6" fmla="*/ 3958 h 826380"/>
                <a:gd name="connsiteX7" fmla="*/ 3040789 w 8134573"/>
                <a:gd name="connsiteY7" fmla="*/ 3958 h 826380"/>
                <a:gd name="connsiteX8" fmla="*/ 3040117 w 8134573"/>
                <a:gd name="connsiteY8" fmla="*/ 512 h 826380"/>
                <a:gd name="connsiteX9" fmla="*/ 3271959 w 8134573"/>
                <a:gd name="connsiteY9" fmla="*/ 512 h 826380"/>
                <a:gd name="connsiteX10" fmla="*/ 5368676 w 8134573"/>
                <a:gd name="connsiteY10" fmla="*/ 512 h 826380"/>
                <a:gd name="connsiteX11" fmla="*/ 7654976 w 8134573"/>
                <a:gd name="connsiteY11" fmla="*/ 512 h 826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134573" h="826380">
                  <a:moveTo>
                    <a:pt x="7655273" y="0"/>
                  </a:moveTo>
                  <a:lnTo>
                    <a:pt x="8134573" y="826380"/>
                  </a:lnTo>
                  <a:lnTo>
                    <a:pt x="0" y="826380"/>
                  </a:lnTo>
                  <a:lnTo>
                    <a:pt x="41108" y="804067"/>
                  </a:lnTo>
                  <a:cubicBezTo>
                    <a:pt x="246029" y="665626"/>
                    <a:pt x="380758" y="431178"/>
                    <a:pt x="380758" y="165262"/>
                  </a:cubicBezTo>
                  <a:cubicBezTo>
                    <a:pt x="380758" y="112079"/>
                    <a:pt x="375369" y="60155"/>
                    <a:pt x="365107" y="10005"/>
                  </a:cubicBezTo>
                  <a:lnTo>
                    <a:pt x="363230" y="3958"/>
                  </a:lnTo>
                  <a:lnTo>
                    <a:pt x="3040789" y="3958"/>
                  </a:lnTo>
                  <a:lnTo>
                    <a:pt x="3040117" y="512"/>
                  </a:lnTo>
                  <a:lnTo>
                    <a:pt x="3271959" y="512"/>
                  </a:lnTo>
                  <a:lnTo>
                    <a:pt x="5368676" y="512"/>
                  </a:lnTo>
                  <a:lnTo>
                    <a:pt x="7654976" y="5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88900" dist="762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81" name="Овал 80">
              <a:extLst>
                <a:ext uri="{FF2B5EF4-FFF2-40B4-BE49-F238E27FC236}">
                  <a16:creationId xmlns:a16="http://schemas.microsoft.com/office/drawing/2014/main" id="{183C8CE4-AC70-42E8-858F-6909C81B5E9A}"/>
                </a:ext>
              </a:extLst>
            </p:cNvPr>
            <p:cNvSpPr/>
            <p:nvPr/>
          </p:nvSpPr>
          <p:spPr>
            <a:xfrm>
              <a:off x="1363494" y="4476768"/>
              <a:ext cx="1540746" cy="1540746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Полилиния: фигура 81">
              <a:extLst>
                <a:ext uri="{FF2B5EF4-FFF2-40B4-BE49-F238E27FC236}">
                  <a16:creationId xmlns:a16="http://schemas.microsoft.com/office/drawing/2014/main" id="{C4341A93-02C1-40D6-95A8-0CDDB1D16D7F}"/>
                </a:ext>
              </a:extLst>
            </p:cNvPr>
            <p:cNvSpPr/>
            <p:nvPr/>
          </p:nvSpPr>
          <p:spPr>
            <a:xfrm>
              <a:off x="10354340" y="5096081"/>
              <a:ext cx="817724" cy="818929"/>
            </a:xfrm>
            <a:custGeom>
              <a:avLst/>
              <a:gdLst>
                <a:gd name="connsiteX0" fmla="*/ 0 w 817724"/>
                <a:gd name="connsiteY0" fmla="*/ 0 h 818929"/>
                <a:gd name="connsiteX1" fmla="*/ 342746 w 817724"/>
                <a:gd name="connsiteY1" fmla="*/ 0 h 818929"/>
                <a:gd name="connsiteX2" fmla="*/ 817724 w 817724"/>
                <a:gd name="connsiteY2" fmla="*/ 818929 h 818929"/>
                <a:gd name="connsiteX3" fmla="*/ 474978 w 817724"/>
                <a:gd name="connsiteY3" fmla="*/ 818929 h 818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7724" h="818929">
                  <a:moveTo>
                    <a:pt x="0" y="0"/>
                  </a:moveTo>
                  <a:lnTo>
                    <a:pt x="342746" y="0"/>
                  </a:lnTo>
                  <a:lnTo>
                    <a:pt x="817724" y="818929"/>
                  </a:lnTo>
                  <a:lnTo>
                    <a:pt x="474978" y="818929"/>
                  </a:lnTo>
                  <a:close/>
                </a:path>
              </a:pathLst>
            </a:custGeom>
            <a:solidFill>
              <a:srgbClr val="C00000"/>
            </a:solidFill>
            <a:ln w="25400">
              <a:solidFill>
                <a:schemeClr val="bg1"/>
              </a:solidFill>
            </a:ln>
            <a:effectLst>
              <a:outerShdw blurRad="88900" dist="762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86" name="Полилиния: фигура 85">
              <a:extLst>
                <a:ext uri="{FF2B5EF4-FFF2-40B4-BE49-F238E27FC236}">
                  <a16:creationId xmlns:a16="http://schemas.microsoft.com/office/drawing/2014/main" id="{1B6BDFD9-9B6A-4E41-BF5A-9AE190E0DFA5}"/>
                </a:ext>
              </a:extLst>
            </p:cNvPr>
            <p:cNvSpPr/>
            <p:nvPr/>
          </p:nvSpPr>
          <p:spPr>
            <a:xfrm>
              <a:off x="5998881" y="4595311"/>
              <a:ext cx="518896" cy="493150"/>
            </a:xfrm>
            <a:custGeom>
              <a:avLst/>
              <a:gdLst>
                <a:gd name="connsiteX0" fmla="*/ 0 w 518896"/>
                <a:gd name="connsiteY0" fmla="*/ 0 h 493150"/>
                <a:gd name="connsiteX1" fmla="*/ 219945 w 518896"/>
                <a:gd name="connsiteY1" fmla="*/ 0 h 493150"/>
                <a:gd name="connsiteX2" fmla="*/ 518896 w 518896"/>
                <a:gd name="connsiteY2" fmla="*/ 493150 h 493150"/>
                <a:gd name="connsiteX3" fmla="*/ 298951 w 518896"/>
                <a:gd name="connsiteY3" fmla="*/ 493150 h 49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8896" h="493150">
                  <a:moveTo>
                    <a:pt x="0" y="0"/>
                  </a:moveTo>
                  <a:lnTo>
                    <a:pt x="219945" y="0"/>
                  </a:lnTo>
                  <a:lnTo>
                    <a:pt x="518896" y="493150"/>
                  </a:lnTo>
                  <a:lnTo>
                    <a:pt x="298951" y="493150"/>
                  </a:lnTo>
                  <a:close/>
                </a:path>
              </a:pathLst>
            </a:custGeom>
            <a:solidFill>
              <a:srgbClr val="FF6D6D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87" name="Полилиния: фигура 86">
              <a:extLst>
                <a:ext uri="{FF2B5EF4-FFF2-40B4-BE49-F238E27FC236}">
                  <a16:creationId xmlns:a16="http://schemas.microsoft.com/office/drawing/2014/main" id="{FA936F27-5B33-41A3-BFC7-54E9883BFF65}"/>
                </a:ext>
              </a:extLst>
            </p:cNvPr>
            <p:cNvSpPr/>
            <p:nvPr/>
          </p:nvSpPr>
          <p:spPr>
            <a:xfrm>
              <a:off x="6309757" y="4602931"/>
              <a:ext cx="518896" cy="493150"/>
            </a:xfrm>
            <a:custGeom>
              <a:avLst/>
              <a:gdLst>
                <a:gd name="connsiteX0" fmla="*/ 0 w 518896"/>
                <a:gd name="connsiteY0" fmla="*/ 0 h 493150"/>
                <a:gd name="connsiteX1" fmla="*/ 219945 w 518896"/>
                <a:gd name="connsiteY1" fmla="*/ 0 h 493150"/>
                <a:gd name="connsiteX2" fmla="*/ 518896 w 518896"/>
                <a:gd name="connsiteY2" fmla="*/ 493150 h 493150"/>
                <a:gd name="connsiteX3" fmla="*/ 298951 w 518896"/>
                <a:gd name="connsiteY3" fmla="*/ 493150 h 49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8896" h="493150">
                  <a:moveTo>
                    <a:pt x="0" y="0"/>
                  </a:moveTo>
                  <a:lnTo>
                    <a:pt x="219945" y="0"/>
                  </a:lnTo>
                  <a:lnTo>
                    <a:pt x="518896" y="493150"/>
                  </a:lnTo>
                  <a:lnTo>
                    <a:pt x="298951" y="493150"/>
                  </a:lnTo>
                  <a:close/>
                </a:path>
              </a:pathLst>
            </a:custGeom>
            <a:solidFill>
              <a:srgbClr val="FF6D6D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7546BF3C-CE97-4AB7-8C88-9ED2E119FF4A}"/>
                </a:ext>
              </a:extLst>
            </p:cNvPr>
            <p:cNvSpPr txBox="1"/>
            <p:nvPr/>
          </p:nvSpPr>
          <p:spPr>
            <a:xfrm>
              <a:off x="1762899" y="4590017"/>
              <a:ext cx="733621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8000" dirty="0">
                  <a:solidFill>
                    <a:schemeClr val="bg1"/>
                  </a:solidFill>
                  <a:latin typeface="Helvetica" panose="020B0604020202020204" pitchFamily="2" charset="0"/>
                </a:rPr>
                <a:t>3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B9903663-1F49-416F-B570-E3CA8B7F6EE9}"/>
                </a:ext>
              </a:extLst>
            </p:cNvPr>
            <p:cNvSpPr txBox="1"/>
            <p:nvPr/>
          </p:nvSpPr>
          <p:spPr>
            <a:xfrm>
              <a:off x="2906443" y="4651084"/>
              <a:ext cx="30399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НАЗВАНИЕ ЭТАПА</a:t>
              </a:r>
              <a:endParaRPr lang="ru-RU" b="1" dirty="0">
                <a:solidFill>
                  <a:srgbClr val="FF6D6D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C3CA480-B348-4A7C-8252-DF811B82FA15}"/>
                </a:ext>
              </a:extLst>
            </p:cNvPr>
            <p:cNvSpPr txBox="1"/>
            <p:nvPr/>
          </p:nvSpPr>
          <p:spPr>
            <a:xfrm>
              <a:off x="2904239" y="5208113"/>
              <a:ext cx="716857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ndara" panose="020E0502030303020204" pitchFamily="34" charset="0"/>
                </a:rPr>
                <a:t>Описание этапа. Дайте короткое описание этому этапу, которое соответствует теме данного слайда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3973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FE3B71C-3254-4B02-9C29-1CCA257EB5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89AC199F-AE06-4FE2-A2A2-1837E023FEF3}"/>
              </a:ext>
            </a:extLst>
          </p:cNvPr>
          <p:cNvGrpSpPr/>
          <p:nvPr/>
        </p:nvGrpSpPr>
        <p:grpSpPr>
          <a:xfrm>
            <a:off x="1363494" y="862693"/>
            <a:ext cx="9808570" cy="1540746"/>
            <a:chOff x="1363494" y="862693"/>
            <a:chExt cx="9808570" cy="1540746"/>
          </a:xfrm>
        </p:grpSpPr>
        <p:sp>
          <p:nvSpPr>
            <p:cNvPr id="26" name="Полилиния: фигура 25">
              <a:extLst>
                <a:ext uri="{FF2B5EF4-FFF2-40B4-BE49-F238E27FC236}">
                  <a16:creationId xmlns:a16="http://schemas.microsoft.com/office/drawing/2014/main" id="{DF401E1F-C967-41FF-B1C7-896CBE1B59FD}"/>
                </a:ext>
              </a:extLst>
            </p:cNvPr>
            <p:cNvSpPr/>
            <p:nvPr/>
          </p:nvSpPr>
          <p:spPr>
            <a:xfrm>
              <a:off x="2548261" y="981404"/>
              <a:ext cx="3347139" cy="493150"/>
            </a:xfrm>
            <a:custGeom>
              <a:avLst/>
              <a:gdLst>
                <a:gd name="connsiteX0" fmla="*/ 0 w 3347139"/>
                <a:gd name="connsiteY0" fmla="*/ 0 h 493150"/>
                <a:gd name="connsiteX1" fmla="*/ 3048188 w 3347139"/>
                <a:gd name="connsiteY1" fmla="*/ 0 h 493150"/>
                <a:gd name="connsiteX2" fmla="*/ 3347139 w 3347139"/>
                <a:gd name="connsiteY2" fmla="*/ 493150 h 493150"/>
                <a:gd name="connsiteX3" fmla="*/ 2846165 w 3347139"/>
                <a:gd name="connsiteY3" fmla="*/ 493150 h 493150"/>
                <a:gd name="connsiteX4" fmla="*/ 2345190 w 3347139"/>
                <a:gd name="connsiteY4" fmla="*/ 493150 h 493150"/>
                <a:gd name="connsiteX5" fmla="*/ 337211 w 3347139"/>
                <a:gd name="connsiteY5" fmla="*/ 493150 h 493150"/>
                <a:gd name="connsiteX6" fmla="*/ 336952 w 3347139"/>
                <a:gd name="connsiteY6" fmla="*/ 490579 h 493150"/>
                <a:gd name="connsiteX7" fmla="*/ 12953 w 3347139"/>
                <a:gd name="connsiteY7" fmla="*/ 7031 h 49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7139" h="493150">
                  <a:moveTo>
                    <a:pt x="0" y="0"/>
                  </a:moveTo>
                  <a:lnTo>
                    <a:pt x="3048188" y="0"/>
                  </a:lnTo>
                  <a:lnTo>
                    <a:pt x="3347139" y="493150"/>
                  </a:lnTo>
                  <a:lnTo>
                    <a:pt x="2846165" y="493150"/>
                  </a:lnTo>
                  <a:lnTo>
                    <a:pt x="2345190" y="493150"/>
                  </a:lnTo>
                  <a:lnTo>
                    <a:pt x="337211" y="493150"/>
                  </a:lnTo>
                  <a:lnTo>
                    <a:pt x="336952" y="490579"/>
                  </a:lnTo>
                  <a:cubicBezTo>
                    <a:pt x="295904" y="289981"/>
                    <a:pt x="176889" y="117784"/>
                    <a:pt x="12953" y="7031"/>
                  </a:cubicBezTo>
                  <a:close/>
                </a:path>
              </a:pathLst>
            </a:custGeom>
            <a:solidFill>
              <a:srgbClr val="025E57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901BCD0F-0564-4A2A-A164-72DDAD6343F3}"/>
                </a:ext>
              </a:extLst>
            </p:cNvPr>
            <p:cNvSpPr/>
            <p:nvPr/>
          </p:nvSpPr>
          <p:spPr>
            <a:xfrm>
              <a:off x="1363494" y="862693"/>
              <a:ext cx="1540746" cy="1540746"/>
            </a:xfrm>
            <a:prstGeom prst="ellipse">
              <a:avLst/>
            </a:prstGeom>
            <a:noFill/>
            <a:ln w="38100">
              <a:solidFill>
                <a:srgbClr val="025E5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5D303E03-0515-4D94-A0A3-0AEF0825AB87}"/>
                </a:ext>
              </a:extLst>
            </p:cNvPr>
            <p:cNvSpPr/>
            <p:nvPr/>
          </p:nvSpPr>
          <p:spPr>
            <a:xfrm>
              <a:off x="1461564" y="956329"/>
              <a:ext cx="1344605" cy="1344605"/>
            </a:xfrm>
            <a:prstGeom prst="ellipse">
              <a:avLst/>
            </a:prstGeom>
            <a:solidFill>
              <a:srgbClr val="025E57"/>
            </a:solidFill>
            <a:ln>
              <a:solidFill>
                <a:srgbClr val="025E5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4" name="Полилиния: фигура 33">
              <a:extLst>
                <a:ext uri="{FF2B5EF4-FFF2-40B4-BE49-F238E27FC236}">
                  <a16:creationId xmlns:a16="http://schemas.microsoft.com/office/drawing/2014/main" id="{070331BA-E998-4E08-B48C-244B5F62B45A}"/>
                </a:ext>
              </a:extLst>
            </p:cNvPr>
            <p:cNvSpPr/>
            <p:nvPr/>
          </p:nvSpPr>
          <p:spPr>
            <a:xfrm>
              <a:off x="5688005" y="981404"/>
              <a:ext cx="518896" cy="493150"/>
            </a:xfrm>
            <a:custGeom>
              <a:avLst/>
              <a:gdLst>
                <a:gd name="connsiteX0" fmla="*/ 0 w 518896"/>
                <a:gd name="connsiteY0" fmla="*/ 0 h 493150"/>
                <a:gd name="connsiteX1" fmla="*/ 219945 w 518896"/>
                <a:gd name="connsiteY1" fmla="*/ 0 h 493150"/>
                <a:gd name="connsiteX2" fmla="*/ 518896 w 518896"/>
                <a:gd name="connsiteY2" fmla="*/ 493150 h 493150"/>
                <a:gd name="connsiteX3" fmla="*/ 298951 w 518896"/>
                <a:gd name="connsiteY3" fmla="*/ 493150 h 49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8896" h="493150">
                  <a:moveTo>
                    <a:pt x="0" y="0"/>
                  </a:moveTo>
                  <a:lnTo>
                    <a:pt x="219945" y="0"/>
                  </a:lnTo>
                  <a:lnTo>
                    <a:pt x="518896" y="493150"/>
                  </a:lnTo>
                  <a:lnTo>
                    <a:pt x="298951" y="493150"/>
                  </a:lnTo>
                  <a:close/>
                </a:path>
              </a:pathLst>
            </a:custGeom>
            <a:solidFill>
              <a:srgbClr val="1C9F95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52" name="Полилиния: фигура 51">
              <a:extLst>
                <a:ext uri="{FF2B5EF4-FFF2-40B4-BE49-F238E27FC236}">
                  <a16:creationId xmlns:a16="http://schemas.microsoft.com/office/drawing/2014/main" id="{F53FC787-8CC3-4235-AC4B-BAD91CFAE3B4}"/>
                </a:ext>
              </a:extLst>
            </p:cNvPr>
            <p:cNvSpPr/>
            <p:nvPr/>
          </p:nvSpPr>
          <p:spPr>
            <a:xfrm>
              <a:off x="2530847" y="1476831"/>
              <a:ext cx="8134573" cy="826380"/>
            </a:xfrm>
            <a:custGeom>
              <a:avLst/>
              <a:gdLst>
                <a:gd name="connsiteX0" fmla="*/ 7655273 w 8134573"/>
                <a:gd name="connsiteY0" fmla="*/ 0 h 826380"/>
                <a:gd name="connsiteX1" fmla="*/ 8134573 w 8134573"/>
                <a:gd name="connsiteY1" fmla="*/ 826380 h 826380"/>
                <a:gd name="connsiteX2" fmla="*/ 0 w 8134573"/>
                <a:gd name="connsiteY2" fmla="*/ 826380 h 826380"/>
                <a:gd name="connsiteX3" fmla="*/ 41108 w 8134573"/>
                <a:gd name="connsiteY3" fmla="*/ 804067 h 826380"/>
                <a:gd name="connsiteX4" fmla="*/ 380758 w 8134573"/>
                <a:gd name="connsiteY4" fmla="*/ 165262 h 826380"/>
                <a:gd name="connsiteX5" fmla="*/ 365107 w 8134573"/>
                <a:gd name="connsiteY5" fmla="*/ 10005 h 826380"/>
                <a:gd name="connsiteX6" fmla="*/ 363230 w 8134573"/>
                <a:gd name="connsiteY6" fmla="*/ 3958 h 826380"/>
                <a:gd name="connsiteX7" fmla="*/ 3040789 w 8134573"/>
                <a:gd name="connsiteY7" fmla="*/ 3958 h 826380"/>
                <a:gd name="connsiteX8" fmla="*/ 3040117 w 8134573"/>
                <a:gd name="connsiteY8" fmla="*/ 512 h 826380"/>
                <a:gd name="connsiteX9" fmla="*/ 3271959 w 8134573"/>
                <a:gd name="connsiteY9" fmla="*/ 512 h 826380"/>
                <a:gd name="connsiteX10" fmla="*/ 5368676 w 8134573"/>
                <a:gd name="connsiteY10" fmla="*/ 512 h 826380"/>
                <a:gd name="connsiteX11" fmla="*/ 7654976 w 8134573"/>
                <a:gd name="connsiteY11" fmla="*/ 512 h 826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134573" h="826380">
                  <a:moveTo>
                    <a:pt x="7655273" y="0"/>
                  </a:moveTo>
                  <a:lnTo>
                    <a:pt x="8134573" y="826380"/>
                  </a:lnTo>
                  <a:lnTo>
                    <a:pt x="0" y="826380"/>
                  </a:lnTo>
                  <a:lnTo>
                    <a:pt x="41108" y="804067"/>
                  </a:lnTo>
                  <a:cubicBezTo>
                    <a:pt x="246029" y="665626"/>
                    <a:pt x="380758" y="431178"/>
                    <a:pt x="380758" y="165262"/>
                  </a:cubicBezTo>
                  <a:cubicBezTo>
                    <a:pt x="380758" y="112079"/>
                    <a:pt x="375369" y="60155"/>
                    <a:pt x="365107" y="10005"/>
                  </a:cubicBezTo>
                  <a:lnTo>
                    <a:pt x="363230" y="3958"/>
                  </a:lnTo>
                  <a:lnTo>
                    <a:pt x="3040789" y="3958"/>
                  </a:lnTo>
                  <a:lnTo>
                    <a:pt x="3040117" y="512"/>
                  </a:lnTo>
                  <a:lnTo>
                    <a:pt x="3271959" y="512"/>
                  </a:lnTo>
                  <a:lnTo>
                    <a:pt x="5368676" y="512"/>
                  </a:lnTo>
                  <a:lnTo>
                    <a:pt x="7654976" y="5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88900" dist="762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67" name="Полилиния: фигура 66">
              <a:extLst>
                <a:ext uri="{FF2B5EF4-FFF2-40B4-BE49-F238E27FC236}">
                  <a16:creationId xmlns:a16="http://schemas.microsoft.com/office/drawing/2014/main" id="{D454D07F-C390-427E-88B7-2AAC29D5F2AE}"/>
                </a:ext>
              </a:extLst>
            </p:cNvPr>
            <p:cNvSpPr/>
            <p:nvPr/>
          </p:nvSpPr>
          <p:spPr>
            <a:xfrm>
              <a:off x="10354340" y="1482006"/>
              <a:ext cx="817724" cy="818929"/>
            </a:xfrm>
            <a:custGeom>
              <a:avLst/>
              <a:gdLst>
                <a:gd name="connsiteX0" fmla="*/ 0 w 817724"/>
                <a:gd name="connsiteY0" fmla="*/ 0 h 818929"/>
                <a:gd name="connsiteX1" fmla="*/ 342746 w 817724"/>
                <a:gd name="connsiteY1" fmla="*/ 0 h 818929"/>
                <a:gd name="connsiteX2" fmla="*/ 817724 w 817724"/>
                <a:gd name="connsiteY2" fmla="*/ 818929 h 818929"/>
                <a:gd name="connsiteX3" fmla="*/ 474978 w 817724"/>
                <a:gd name="connsiteY3" fmla="*/ 818929 h 818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7724" h="818929">
                  <a:moveTo>
                    <a:pt x="0" y="0"/>
                  </a:moveTo>
                  <a:lnTo>
                    <a:pt x="342746" y="0"/>
                  </a:lnTo>
                  <a:lnTo>
                    <a:pt x="817724" y="818929"/>
                  </a:lnTo>
                  <a:lnTo>
                    <a:pt x="474978" y="818929"/>
                  </a:lnTo>
                  <a:close/>
                </a:path>
              </a:pathLst>
            </a:custGeom>
            <a:solidFill>
              <a:srgbClr val="025E57"/>
            </a:solidFill>
            <a:ln w="25400">
              <a:solidFill>
                <a:schemeClr val="bg1"/>
              </a:solidFill>
            </a:ln>
            <a:effectLst>
              <a:outerShdw blurRad="88900" dist="762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04277F9D-8701-471C-9D6C-36CDABAFF13B}"/>
                </a:ext>
              </a:extLst>
            </p:cNvPr>
            <p:cNvSpPr txBox="1"/>
            <p:nvPr/>
          </p:nvSpPr>
          <p:spPr>
            <a:xfrm>
              <a:off x="1742683" y="954052"/>
              <a:ext cx="733621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8000" dirty="0">
                  <a:solidFill>
                    <a:schemeClr val="bg1"/>
                  </a:solidFill>
                  <a:latin typeface="Helvetica" panose="020B0604020202020204" pitchFamily="2" charset="0"/>
                </a:rPr>
                <a:t>1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227EC291-2114-406C-91A9-9594715C84AA}"/>
                </a:ext>
              </a:extLst>
            </p:cNvPr>
            <p:cNvSpPr txBox="1"/>
            <p:nvPr/>
          </p:nvSpPr>
          <p:spPr>
            <a:xfrm>
              <a:off x="2906449" y="1027924"/>
              <a:ext cx="30399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НАЗВАНИЕ </a:t>
              </a:r>
              <a:r>
                <a:rPr lang="ru-RU" b="1" dirty="0">
                  <a:solidFill>
                    <a:srgbClr val="1C9F95"/>
                  </a:solidFill>
                  <a:latin typeface="Bahnschrift" panose="020B0502040204020203" pitchFamily="34" charset="0"/>
                </a:rPr>
                <a:t>ЭТАПА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C1C51DD-3652-4E70-BC69-F18B834033A7}"/>
                </a:ext>
              </a:extLst>
            </p:cNvPr>
            <p:cNvSpPr txBox="1"/>
            <p:nvPr/>
          </p:nvSpPr>
          <p:spPr>
            <a:xfrm>
              <a:off x="2927142" y="1604763"/>
              <a:ext cx="716857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ndara" panose="020E0502030303020204" pitchFamily="34" charset="0"/>
                </a:rPr>
                <a:t>Описание этапа. Дайте короткое описание этому этапу, которое соответствует теме данного слайда</a:t>
              </a:r>
            </a:p>
          </p:txBody>
        </p:sp>
      </p:grp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5300943-73D3-4DC2-8FE6-DE77ED2A69A5}"/>
              </a:ext>
            </a:extLst>
          </p:cNvPr>
          <p:cNvGrpSpPr/>
          <p:nvPr/>
        </p:nvGrpSpPr>
        <p:grpSpPr>
          <a:xfrm>
            <a:off x="1363494" y="2669731"/>
            <a:ext cx="9808570" cy="1540746"/>
            <a:chOff x="1363494" y="2669731"/>
            <a:chExt cx="9808570" cy="1540746"/>
          </a:xfrm>
        </p:grpSpPr>
        <p:sp>
          <p:nvSpPr>
            <p:cNvPr id="70" name="Овал 69">
              <a:extLst>
                <a:ext uri="{FF2B5EF4-FFF2-40B4-BE49-F238E27FC236}">
                  <a16:creationId xmlns:a16="http://schemas.microsoft.com/office/drawing/2014/main" id="{93D82AD0-2D2E-4A84-B50A-1F0244CE9F4A}"/>
                </a:ext>
              </a:extLst>
            </p:cNvPr>
            <p:cNvSpPr/>
            <p:nvPr/>
          </p:nvSpPr>
          <p:spPr>
            <a:xfrm>
              <a:off x="1461564" y="2763367"/>
              <a:ext cx="1344605" cy="1344605"/>
            </a:xfrm>
            <a:prstGeom prst="ellipse">
              <a:avLst/>
            </a:prstGeom>
            <a:solidFill>
              <a:srgbClr val="FE6A22"/>
            </a:solidFill>
            <a:ln>
              <a:solidFill>
                <a:srgbClr val="FE6A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1" name="Полилиния: фигура 70">
              <a:extLst>
                <a:ext uri="{FF2B5EF4-FFF2-40B4-BE49-F238E27FC236}">
                  <a16:creationId xmlns:a16="http://schemas.microsoft.com/office/drawing/2014/main" id="{E46336EE-7B5F-4D59-BC8E-EA1A963BD18E}"/>
                </a:ext>
              </a:extLst>
            </p:cNvPr>
            <p:cNvSpPr/>
            <p:nvPr/>
          </p:nvSpPr>
          <p:spPr>
            <a:xfrm>
              <a:off x="2548261" y="2788442"/>
              <a:ext cx="3347139" cy="493150"/>
            </a:xfrm>
            <a:custGeom>
              <a:avLst/>
              <a:gdLst>
                <a:gd name="connsiteX0" fmla="*/ 0 w 3347139"/>
                <a:gd name="connsiteY0" fmla="*/ 0 h 493150"/>
                <a:gd name="connsiteX1" fmla="*/ 3048188 w 3347139"/>
                <a:gd name="connsiteY1" fmla="*/ 0 h 493150"/>
                <a:gd name="connsiteX2" fmla="*/ 3347139 w 3347139"/>
                <a:gd name="connsiteY2" fmla="*/ 493150 h 493150"/>
                <a:gd name="connsiteX3" fmla="*/ 2846165 w 3347139"/>
                <a:gd name="connsiteY3" fmla="*/ 493150 h 493150"/>
                <a:gd name="connsiteX4" fmla="*/ 2345190 w 3347139"/>
                <a:gd name="connsiteY4" fmla="*/ 493150 h 493150"/>
                <a:gd name="connsiteX5" fmla="*/ 337211 w 3347139"/>
                <a:gd name="connsiteY5" fmla="*/ 493150 h 493150"/>
                <a:gd name="connsiteX6" fmla="*/ 336952 w 3347139"/>
                <a:gd name="connsiteY6" fmla="*/ 490579 h 493150"/>
                <a:gd name="connsiteX7" fmla="*/ 12953 w 3347139"/>
                <a:gd name="connsiteY7" fmla="*/ 7031 h 49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7139" h="493150">
                  <a:moveTo>
                    <a:pt x="0" y="0"/>
                  </a:moveTo>
                  <a:lnTo>
                    <a:pt x="3048188" y="0"/>
                  </a:lnTo>
                  <a:lnTo>
                    <a:pt x="3347139" y="493150"/>
                  </a:lnTo>
                  <a:lnTo>
                    <a:pt x="2846165" y="493150"/>
                  </a:lnTo>
                  <a:lnTo>
                    <a:pt x="2345190" y="493150"/>
                  </a:lnTo>
                  <a:lnTo>
                    <a:pt x="337211" y="493150"/>
                  </a:lnTo>
                  <a:lnTo>
                    <a:pt x="336952" y="490579"/>
                  </a:lnTo>
                  <a:cubicBezTo>
                    <a:pt x="295904" y="289981"/>
                    <a:pt x="176889" y="117784"/>
                    <a:pt x="12953" y="7031"/>
                  </a:cubicBezTo>
                  <a:close/>
                </a:path>
              </a:pathLst>
            </a:custGeom>
            <a:solidFill>
              <a:srgbClr val="FE6A22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72" name="Полилиния: фигура 71">
              <a:extLst>
                <a:ext uri="{FF2B5EF4-FFF2-40B4-BE49-F238E27FC236}">
                  <a16:creationId xmlns:a16="http://schemas.microsoft.com/office/drawing/2014/main" id="{BE551320-4128-4A30-9AAE-B803407A1CFF}"/>
                </a:ext>
              </a:extLst>
            </p:cNvPr>
            <p:cNvSpPr/>
            <p:nvPr/>
          </p:nvSpPr>
          <p:spPr>
            <a:xfrm>
              <a:off x="5688005" y="2788442"/>
              <a:ext cx="518896" cy="493150"/>
            </a:xfrm>
            <a:custGeom>
              <a:avLst/>
              <a:gdLst>
                <a:gd name="connsiteX0" fmla="*/ 0 w 518896"/>
                <a:gd name="connsiteY0" fmla="*/ 0 h 493150"/>
                <a:gd name="connsiteX1" fmla="*/ 219945 w 518896"/>
                <a:gd name="connsiteY1" fmla="*/ 0 h 493150"/>
                <a:gd name="connsiteX2" fmla="*/ 518896 w 518896"/>
                <a:gd name="connsiteY2" fmla="*/ 493150 h 493150"/>
                <a:gd name="connsiteX3" fmla="*/ 298951 w 518896"/>
                <a:gd name="connsiteY3" fmla="*/ 493150 h 49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8896" h="493150">
                  <a:moveTo>
                    <a:pt x="0" y="0"/>
                  </a:moveTo>
                  <a:lnTo>
                    <a:pt x="219945" y="0"/>
                  </a:lnTo>
                  <a:lnTo>
                    <a:pt x="518896" y="493150"/>
                  </a:lnTo>
                  <a:lnTo>
                    <a:pt x="298951" y="493150"/>
                  </a:lnTo>
                  <a:close/>
                </a:path>
              </a:pathLst>
            </a:custGeom>
            <a:solidFill>
              <a:srgbClr val="FE935E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73" name="Полилиния: фигура 72">
              <a:extLst>
                <a:ext uri="{FF2B5EF4-FFF2-40B4-BE49-F238E27FC236}">
                  <a16:creationId xmlns:a16="http://schemas.microsoft.com/office/drawing/2014/main" id="{214E6BF0-8670-4BC5-87AE-B7A50AD1CDF8}"/>
                </a:ext>
              </a:extLst>
            </p:cNvPr>
            <p:cNvSpPr/>
            <p:nvPr/>
          </p:nvSpPr>
          <p:spPr>
            <a:xfrm>
              <a:off x="2530847" y="3283869"/>
              <a:ext cx="8134573" cy="826380"/>
            </a:xfrm>
            <a:custGeom>
              <a:avLst/>
              <a:gdLst>
                <a:gd name="connsiteX0" fmla="*/ 7655273 w 8134573"/>
                <a:gd name="connsiteY0" fmla="*/ 0 h 826380"/>
                <a:gd name="connsiteX1" fmla="*/ 8134573 w 8134573"/>
                <a:gd name="connsiteY1" fmla="*/ 826380 h 826380"/>
                <a:gd name="connsiteX2" fmla="*/ 0 w 8134573"/>
                <a:gd name="connsiteY2" fmla="*/ 826380 h 826380"/>
                <a:gd name="connsiteX3" fmla="*/ 41108 w 8134573"/>
                <a:gd name="connsiteY3" fmla="*/ 804067 h 826380"/>
                <a:gd name="connsiteX4" fmla="*/ 380758 w 8134573"/>
                <a:gd name="connsiteY4" fmla="*/ 165262 h 826380"/>
                <a:gd name="connsiteX5" fmla="*/ 365107 w 8134573"/>
                <a:gd name="connsiteY5" fmla="*/ 10005 h 826380"/>
                <a:gd name="connsiteX6" fmla="*/ 363230 w 8134573"/>
                <a:gd name="connsiteY6" fmla="*/ 3958 h 826380"/>
                <a:gd name="connsiteX7" fmla="*/ 3040789 w 8134573"/>
                <a:gd name="connsiteY7" fmla="*/ 3958 h 826380"/>
                <a:gd name="connsiteX8" fmla="*/ 3040117 w 8134573"/>
                <a:gd name="connsiteY8" fmla="*/ 512 h 826380"/>
                <a:gd name="connsiteX9" fmla="*/ 3271959 w 8134573"/>
                <a:gd name="connsiteY9" fmla="*/ 512 h 826380"/>
                <a:gd name="connsiteX10" fmla="*/ 5368676 w 8134573"/>
                <a:gd name="connsiteY10" fmla="*/ 512 h 826380"/>
                <a:gd name="connsiteX11" fmla="*/ 7654976 w 8134573"/>
                <a:gd name="connsiteY11" fmla="*/ 512 h 826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134573" h="826380">
                  <a:moveTo>
                    <a:pt x="7655273" y="0"/>
                  </a:moveTo>
                  <a:lnTo>
                    <a:pt x="8134573" y="826380"/>
                  </a:lnTo>
                  <a:lnTo>
                    <a:pt x="0" y="826380"/>
                  </a:lnTo>
                  <a:lnTo>
                    <a:pt x="41108" y="804067"/>
                  </a:lnTo>
                  <a:cubicBezTo>
                    <a:pt x="246029" y="665626"/>
                    <a:pt x="380758" y="431178"/>
                    <a:pt x="380758" y="165262"/>
                  </a:cubicBezTo>
                  <a:cubicBezTo>
                    <a:pt x="380758" y="112079"/>
                    <a:pt x="375369" y="60155"/>
                    <a:pt x="365107" y="10005"/>
                  </a:cubicBezTo>
                  <a:lnTo>
                    <a:pt x="363230" y="3958"/>
                  </a:lnTo>
                  <a:lnTo>
                    <a:pt x="3040789" y="3958"/>
                  </a:lnTo>
                  <a:lnTo>
                    <a:pt x="3040117" y="512"/>
                  </a:lnTo>
                  <a:lnTo>
                    <a:pt x="3271959" y="512"/>
                  </a:lnTo>
                  <a:lnTo>
                    <a:pt x="5368676" y="512"/>
                  </a:lnTo>
                  <a:lnTo>
                    <a:pt x="7654976" y="5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88900" dist="762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74" name="Овал 73">
              <a:extLst>
                <a:ext uri="{FF2B5EF4-FFF2-40B4-BE49-F238E27FC236}">
                  <a16:creationId xmlns:a16="http://schemas.microsoft.com/office/drawing/2014/main" id="{67690FD0-DD4C-437B-BD8C-22CBF89D8E15}"/>
                </a:ext>
              </a:extLst>
            </p:cNvPr>
            <p:cNvSpPr/>
            <p:nvPr/>
          </p:nvSpPr>
          <p:spPr>
            <a:xfrm>
              <a:off x="1363494" y="2669731"/>
              <a:ext cx="1540746" cy="1540746"/>
            </a:xfrm>
            <a:prstGeom prst="ellipse">
              <a:avLst/>
            </a:prstGeom>
            <a:noFill/>
            <a:ln w="38100">
              <a:solidFill>
                <a:srgbClr val="FE6A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5" name="Полилиния: фигура 74">
              <a:extLst>
                <a:ext uri="{FF2B5EF4-FFF2-40B4-BE49-F238E27FC236}">
                  <a16:creationId xmlns:a16="http://schemas.microsoft.com/office/drawing/2014/main" id="{F13A02EA-59EC-479E-B68F-C83CE5B8F4E8}"/>
                </a:ext>
              </a:extLst>
            </p:cNvPr>
            <p:cNvSpPr/>
            <p:nvPr/>
          </p:nvSpPr>
          <p:spPr>
            <a:xfrm>
              <a:off x="10354340" y="3289044"/>
              <a:ext cx="817724" cy="818929"/>
            </a:xfrm>
            <a:custGeom>
              <a:avLst/>
              <a:gdLst>
                <a:gd name="connsiteX0" fmla="*/ 0 w 817724"/>
                <a:gd name="connsiteY0" fmla="*/ 0 h 818929"/>
                <a:gd name="connsiteX1" fmla="*/ 342746 w 817724"/>
                <a:gd name="connsiteY1" fmla="*/ 0 h 818929"/>
                <a:gd name="connsiteX2" fmla="*/ 817724 w 817724"/>
                <a:gd name="connsiteY2" fmla="*/ 818929 h 818929"/>
                <a:gd name="connsiteX3" fmla="*/ 474978 w 817724"/>
                <a:gd name="connsiteY3" fmla="*/ 818929 h 818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7724" h="818929">
                  <a:moveTo>
                    <a:pt x="0" y="0"/>
                  </a:moveTo>
                  <a:lnTo>
                    <a:pt x="342746" y="0"/>
                  </a:lnTo>
                  <a:lnTo>
                    <a:pt x="817724" y="818929"/>
                  </a:lnTo>
                  <a:lnTo>
                    <a:pt x="474978" y="818929"/>
                  </a:lnTo>
                  <a:close/>
                </a:path>
              </a:pathLst>
            </a:custGeom>
            <a:solidFill>
              <a:srgbClr val="FE6A22"/>
            </a:solidFill>
            <a:ln w="25400">
              <a:solidFill>
                <a:schemeClr val="bg1"/>
              </a:solidFill>
            </a:ln>
            <a:effectLst>
              <a:outerShdw blurRad="88900" dist="762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83" name="Полилиния: фигура 82">
              <a:extLst>
                <a:ext uri="{FF2B5EF4-FFF2-40B4-BE49-F238E27FC236}">
                  <a16:creationId xmlns:a16="http://schemas.microsoft.com/office/drawing/2014/main" id="{198DF585-6212-4734-BA50-3A0F983DCDB6}"/>
                </a:ext>
              </a:extLst>
            </p:cNvPr>
            <p:cNvSpPr/>
            <p:nvPr/>
          </p:nvSpPr>
          <p:spPr>
            <a:xfrm>
              <a:off x="5999054" y="2788442"/>
              <a:ext cx="518896" cy="493150"/>
            </a:xfrm>
            <a:custGeom>
              <a:avLst/>
              <a:gdLst>
                <a:gd name="connsiteX0" fmla="*/ 0 w 518896"/>
                <a:gd name="connsiteY0" fmla="*/ 0 h 493150"/>
                <a:gd name="connsiteX1" fmla="*/ 219945 w 518896"/>
                <a:gd name="connsiteY1" fmla="*/ 0 h 493150"/>
                <a:gd name="connsiteX2" fmla="*/ 518896 w 518896"/>
                <a:gd name="connsiteY2" fmla="*/ 493150 h 493150"/>
                <a:gd name="connsiteX3" fmla="*/ 298951 w 518896"/>
                <a:gd name="connsiteY3" fmla="*/ 493150 h 49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8896" h="493150">
                  <a:moveTo>
                    <a:pt x="0" y="0"/>
                  </a:moveTo>
                  <a:lnTo>
                    <a:pt x="219945" y="0"/>
                  </a:lnTo>
                  <a:lnTo>
                    <a:pt x="518896" y="493150"/>
                  </a:lnTo>
                  <a:lnTo>
                    <a:pt x="298951" y="493150"/>
                  </a:lnTo>
                  <a:close/>
                </a:path>
              </a:pathLst>
            </a:custGeom>
            <a:solidFill>
              <a:srgbClr val="FE935E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731F649B-25C6-45FE-9997-FF155F221F3E}"/>
                </a:ext>
              </a:extLst>
            </p:cNvPr>
            <p:cNvSpPr txBox="1"/>
            <p:nvPr/>
          </p:nvSpPr>
          <p:spPr>
            <a:xfrm>
              <a:off x="1754772" y="2773949"/>
              <a:ext cx="733621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8000" dirty="0">
                  <a:solidFill>
                    <a:schemeClr val="bg1"/>
                  </a:solidFill>
                  <a:latin typeface="Helvetica" panose="020B0604020202020204" pitchFamily="2" charset="0"/>
                </a:rPr>
                <a:t>2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995CAF05-650B-4A00-876E-E148A45AF00D}"/>
                </a:ext>
              </a:extLst>
            </p:cNvPr>
            <p:cNvSpPr txBox="1"/>
            <p:nvPr/>
          </p:nvSpPr>
          <p:spPr>
            <a:xfrm>
              <a:off x="2906444" y="2848925"/>
              <a:ext cx="30399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НАЗВАНИЕ </a:t>
              </a:r>
              <a:r>
                <a:rPr lang="ru-RU" b="1" dirty="0">
                  <a:solidFill>
                    <a:srgbClr val="FEAE86"/>
                  </a:solidFill>
                  <a:latin typeface="Bahnschrift" panose="020B0502040204020203" pitchFamily="34" charset="0"/>
                </a:rPr>
                <a:t>ЭТАПА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D08C264-9200-4AEF-9D44-947E551EE831}"/>
                </a:ext>
              </a:extLst>
            </p:cNvPr>
            <p:cNvSpPr txBox="1"/>
            <p:nvPr/>
          </p:nvSpPr>
          <p:spPr>
            <a:xfrm>
              <a:off x="2908479" y="3425410"/>
              <a:ext cx="716857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ndara" panose="020E0502030303020204" pitchFamily="34" charset="0"/>
                </a:rPr>
                <a:t>Описание этапа. Дайте короткое описание этому этапу, которое соответствует теме данного слайда</a:t>
              </a:r>
            </a:p>
          </p:txBody>
        </p:sp>
      </p:grp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D8B0DE2B-275E-429F-BDB4-93F5585EF447}"/>
              </a:ext>
            </a:extLst>
          </p:cNvPr>
          <p:cNvGrpSpPr/>
          <p:nvPr/>
        </p:nvGrpSpPr>
        <p:grpSpPr>
          <a:xfrm>
            <a:off x="1363494" y="4476768"/>
            <a:ext cx="9808570" cy="1540746"/>
            <a:chOff x="1363494" y="4476768"/>
            <a:chExt cx="9808570" cy="1540746"/>
          </a:xfrm>
        </p:grpSpPr>
        <p:sp>
          <p:nvSpPr>
            <p:cNvPr id="77" name="Овал 76">
              <a:extLst>
                <a:ext uri="{FF2B5EF4-FFF2-40B4-BE49-F238E27FC236}">
                  <a16:creationId xmlns:a16="http://schemas.microsoft.com/office/drawing/2014/main" id="{E43B2265-8CDD-4C7F-B113-B8CCBA5BC055}"/>
                </a:ext>
              </a:extLst>
            </p:cNvPr>
            <p:cNvSpPr/>
            <p:nvPr/>
          </p:nvSpPr>
          <p:spPr>
            <a:xfrm>
              <a:off x="1461564" y="4570404"/>
              <a:ext cx="1344605" cy="1344605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8" name="Полилиния: фигура 77">
              <a:extLst>
                <a:ext uri="{FF2B5EF4-FFF2-40B4-BE49-F238E27FC236}">
                  <a16:creationId xmlns:a16="http://schemas.microsoft.com/office/drawing/2014/main" id="{7AB74C59-77CA-4D1A-999A-1D6BB6057443}"/>
                </a:ext>
              </a:extLst>
            </p:cNvPr>
            <p:cNvSpPr/>
            <p:nvPr/>
          </p:nvSpPr>
          <p:spPr>
            <a:xfrm>
              <a:off x="2548261" y="4595479"/>
              <a:ext cx="3347139" cy="493150"/>
            </a:xfrm>
            <a:custGeom>
              <a:avLst/>
              <a:gdLst>
                <a:gd name="connsiteX0" fmla="*/ 0 w 3347139"/>
                <a:gd name="connsiteY0" fmla="*/ 0 h 493150"/>
                <a:gd name="connsiteX1" fmla="*/ 3048188 w 3347139"/>
                <a:gd name="connsiteY1" fmla="*/ 0 h 493150"/>
                <a:gd name="connsiteX2" fmla="*/ 3347139 w 3347139"/>
                <a:gd name="connsiteY2" fmla="*/ 493150 h 493150"/>
                <a:gd name="connsiteX3" fmla="*/ 2846165 w 3347139"/>
                <a:gd name="connsiteY3" fmla="*/ 493150 h 493150"/>
                <a:gd name="connsiteX4" fmla="*/ 2345190 w 3347139"/>
                <a:gd name="connsiteY4" fmla="*/ 493150 h 493150"/>
                <a:gd name="connsiteX5" fmla="*/ 337211 w 3347139"/>
                <a:gd name="connsiteY5" fmla="*/ 493150 h 493150"/>
                <a:gd name="connsiteX6" fmla="*/ 336952 w 3347139"/>
                <a:gd name="connsiteY6" fmla="*/ 490579 h 493150"/>
                <a:gd name="connsiteX7" fmla="*/ 12953 w 3347139"/>
                <a:gd name="connsiteY7" fmla="*/ 7031 h 49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7139" h="493150">
                  <a:moveTo>
                    <a:pt x="0" y="0"/>
                  </a:moveTo>
                  <a:lnTo>
                    <a:pt x="3048188" y="0"/>
                  </a:lnTo>
                  <a:lnTo>
                    <a:pt x="3347139" y="493150"/>
                  </a:lnTo>
                  <a:lnTo>
                    <a:pt x="2846165" y="493150"/>
                  </a:lnTo>
                  <a:lnTo>
                    <a:pt x="2345190" y="493150"/>
                  </a:lnTo>
                  <a:lnTo>
                    <a:pt x="337211" y="493150"/>
                  </a:lnTo>
                  <a:lnTo>
                    <a:pt x="336952" y="490579"/>
                  </a:lnTo>
                  <a:cubicBezTo>
                    <a:pt x="295904" y="289981"/>
                    <a:pt x="176889" y="117784"/>
                    <a:pt x="12953" y="7031"/>
                  </a:cubicBezTo>
                  <a:close/>
                </a:path>
              </a:pathLst>
            </a:custGeom>
            <a:solidFill>
              <a:srgbClr val="C0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79" name="Полилиния: фигура 78">
              <a:extLst>
                <a:ext uri="{FF2B5EF4-FFF2-40B4-BE49-F238E27FC236}">
                  <a16:creationId xmlns:a16="http://schemas.microsoft.com/office/drawing/2014/main" id="{CD17AB44-AE80-4E21-A863-20716830E670}"/>
                </a:ext>
              </a:extLst>
            </p:cNvPr>
            <p:cNvSpPr/>
            <p:nvPr/>
          </p:nvSpPr>
          <p:spPr>
            <a:xfrm>
              <a:off x="5688005" y="4595479"/>
              <a:ext cx="518896" cy="493150"/>
            </a:xfrm>
            <a:custGeom>
              <a:avLst/>
              <a:gdLst>
                <a:gd name="connsiteX0" fmla="*/ 0 w 518896"/>
                <a:gd name="connsiteY0" fmla="*/ 0 h 493150"/>
                <a:gd name="connsiteX1" fmla="*/ 219945 w 518896"/>
                <a:gd name="connsiteY1" fmla="*/ 0 h 493150"/>
                <a:gd name="connsiteX2" fmla="*/ 518896 w 518896"/>
                <a:gd name="connsiteY2" fmla="*/ 493150 h 493150"/>
                <a:gd name="connsiteX3" fmla="*/ 298951 w 518896"/>
                <a:gd name="connsiteY3" fmla="*/ 493150 h 49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8896" h="493150">
                  <a:moveTo>
                    <a:pt x="0" y="0"/>
                  </a:moveTo>
                  <a:lnTo>
                    <a:pt x="219945" y="0"/>
                  </a:lnTo>
                  <a:lnTo>
                    <a:pt x="518896" y="493150"/>
                  </a:lnTo>
                  <a:lnTo>
                    <a:pt x="298951" y="493150"/>
                  </a:lnTo>
                  <a:close/>
                </a:path>
              </a:pathLst>
            </a:custGeom>
            <a:solidFill>
              <a:srgbClr val="FF6D6D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80" name="Полилиния: фигура 79">
              <a:extLst>
                <a:ext uri="{FF2B5EF4-FFF2-40B4-BE49-F238E27FC236}">
                  <a16:creationId xmlns:a16="http://schemas.microsoft.com/office/drawing/2014/main" id="{6251AF3F-94EB-4C1A-AAD4-F1FD4519CFE4}"/>
                </a:ext>
              </a:extLst>
            </p:cNvPr>
            <p:cNvSpPr/>
            <p:nvPr/>
          </p:nvSpPr>
          <p:spPr>
            <a:xfrm>
              <a:off x="2530847" y="5090906"/>
              <a:ext cx="8134573" cy="826380"/>
            </a:xfrm>
            <a:custGeom>
              <a:avLst/>
              <a:gdLst>
                <a:gd name="connsiteX0" fmla="*/ 7655273 w 8134573"/>
                <a:gd name="connsiteY0" fmla="*/ 0 h 826380"/>
                <a:gd name="connsiteX1" fmla="*/ 8134573 w 8134573"/>
                <a:gd name="connsiteY1" fmla="*/ 826380 h 826380"/>
                <a:gd name="connsiteX2" fmla="*/ 0 w 8134573"/>
                <a:gd name="connsiteY2" fmla="*/ 826380 h 826380"/>
                <a:gd name="connsiteX3" fmla="*/ 41108 w 8134573"/>
                <a:gd name="connsiteY3" fmla="*/ 804067 h 826380"/>
                <a:gd name="connsiteX4" fmla="*/ 380758 w 8134573"/>
                <a:gd name="connsiteY4" fmla="*/ 165262 h 826380"/>
                <a:gd name="connsiteX5" fmla="*/ 365107 w 8134573"/>
                <a:gd name="connsiteY5" fmla="*/ 10005 h 826380"/>
                <a:gd name="connsiteX6" fmla="*/ 363230 w 8134573"/>
                <a:gd name="connsiteY6" fmla="*/ 3958 h 826380"/>
                <a:gd name="connsiteX7" fmla="*/ 3040789 w 8134573"/>
                <a:gd name="connsiteY7" fmla="*/ 3958 h 826380"/>
                <a:gd name="connsiteX8" fmla="*/ 3040117 w 8134573"/>
                <a:gd name="connsiteY8" fmla="*/ 512 h 826380"/>
                <a:gd name="connsiteX9" fmla="*/ 3271959 w 8134573"/>
                <a:gd name="connsiteY9" fmla="*/ 512 h 826380"/>
                <a:gd name="connsiteX10" fmla="*/ 5368676 w 8134573"/>
                <a:gd name="connsiteY10" fmla="*/ 512 h 826380"/>
                <a:gd name="connsiteX11" fmla="*/ 7654976 w 8134573"/>
                <a:gd name="connsiteY11" fmla="*/ 512 h 826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134573" h="826380">
                  <a:moveTo>
                    <a:pt x="7655273" y="0"/>
                  </a:moveTo>
                  <a:lnTo>
                    <a:pt x="8134573" y="826380"/>
                  </a:lnTo>
                  <a:lnTo>
                    <a:pt x="0" y="826380"/>
                  </a:lnTo>
                  <a:lnTo>
                    <a:pt x="41108" y="804067"/>
                  </a:lnTo>
                  <a:cubicBezTo>
                    <a:pt x="246029" y="665626"/>
                    <a:pt x="380758" y="431178"/>
                    <a:pt x="380758" y="165262"/>
                  </a:cubicBezTo>
                  <a:cubicBezTo>
                    <a:pt x="380758" y="112079"/>
                    <a:pt x="375369" y="60155"/>
                    <a:pt x="365107" y="10005"/>
                  </a:cubicBezTo>
                  <a:lnTo>
                    <a:pt x="363230" y="3958"/>
                  </a:lnTo>
                  <a:lnTo>
                    <a:pt x="3040789" y="3958"/>
                  </a:lnTo>
                  <a:lnTo>
                    <a:pt x="3040117" y="512"/>
                  </a:lnTo>
                  <a:lnTo>
                    <a:pt x="3271959" y="512"/>
                  </a:lnTo>
                  <a:lnTo>
                    <a:pt x="5368676" y="512"/>
                  </a:lnTo>
                  <a:lnTo>
                    <a:pt x="7654976" y="5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88900" dist="762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81" name="Овал 80">
              <a:extLst>
                <a:ext uri="{FF2B5EF4-FFF2-40B4-BE49-F238E27FC236}">
                  <a16:creationId xmlns:a16="http://schemas.microsoft.com/office/drawing/2014/main" id="{183C8CE4-AC70-42E8-858F-6909C81B5E9A}"/>
                </a:ext>
              </a:extLst>
            </p:cNvPr>
            <p:cNvSpPr/>
            <p:nvPr/>
          </p:nvSpPr>
          <p:spPr>
            <a:xfrm>
              <a:off x="1363494" y="4476768"/>
              <a:ext cx="1540746" cy="1540746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Полилиния: фигура 81">
              <a:extLst>
                <a:ext uri="{FF2B5EF4-FFF2-40B4-BE49-F238E27FC236}">
                  <a16:creationId xmlns:a16="http://schemas.microsoft.com/office/drawing/2014/main" id="{C4341A93-02C1-40D6-95A8-0CDDB1D16D7F}"/>
                </a:ext>
              </a:extLst>
            </p:cNvPr>
            <p:cNvSpPr/>
            <p:nvPr/>
          </p:nvSpPr>
          <p:spPr>
            <a:xfrm>
              <a:off x="10354340" y="5096081"/>
              <a:ext cx="817724" cy="818929"/>
            </a:xfrm>
            <a:custGeom>
              <a:avLst/>
              <a:gdLst>
                <a:gd name="connsiteX0" fmla="*/ 0 w 817724"/>
                <a:gd name="connsiteY0" fmla="*/ 0 h 818929"/>
                <a:gd name="connsiteX1" fmla="*/ 342746 w 817724"/>
                <a:gd name="connsiteY1" fmla="*/ 0 h 818929"/>
                <a:gd name="connsiteX2" fmla="*/ 817724 w 817724"/>
                <a:gd name="connsiteY2" fmla="*/ 818929 h 818929"/>
                <a:gd name="connsiteX3" fmla="*/ 474978 w 817724"/>
                <a:gd name="connsiteY3" fmla="*/ 818929 h 818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7724" h="818929">
                  <a:moveTo>
                    <a:pt x="0" y="0"/>
                  </a:moveTo>
                  <a:lnTo>
                    <a:pt x="342746" y="0"/>
                  </a:lnTo>
                  <a:lnTo>
                    <a:pt x="817724" y="818929"/>
                  </a:lnTo>
                  <a:lnTo>
                    <a:pt x="474978" y="818929"/>
                  </a:lnTo>
                  <a:close/>
                </a:path>
              </a:pathLst>
            </a:custGeom>
            <a:solidFill>
              <a:srgbClr val="C00000"/>
            </a:solidFill>
            <a:ln w="25400">
              <a:solidFill>
                <a:schemeClr val="bg1"/>
              </a:solidFill>
            </a:ln>
            <a:effectLst>
              <a:outerShdw blurRad="88900" dist="762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86" name="Полилиния: фигура 85">
              <a:extLst>
                <a:ext uri="{FF2B5EF4-FFF2-40B4-BE49-F238E27FC236}">
                  <a16:creationId xmlns:a16="http://schemas.microsoft.com/office/drawing/2014/main" id="{1B6BDFD9-9B6A-4E41-BF5A-9AE190E0DFA5}"/>
                </a:ext>
              </a:extLst>
            </p:cNvPr>
            <p:cNvSpPr/>
            <p:nvPr/>
          </p:nvSpPr>
          <p:spPr>
            <a:xfrm>
              <a:off x="5998881" y="4595311"/>
              <a:ext cx="518896" cy="493150"/>
            </a:xfrm>
            <a:custGeom>
              <a:avLst/>
              <a:gdLst>
                <a:gd name="connsiteX0" fmla="*/ 0 w 518896"/>
                <a:gd name="connsiteY0" fmla="*/ 0 h 493150"/>
                <a:gd name="connsiteX1" fmla="*/ 219945 w 518896"/>
                <a:gd name="connsiteY1" fmla="*/ 0 h 493150"/>
                <a:gd name="connsiteX2" fmla="*/ 518896 w 518896"/>
                <a:gd name="connsiteY2" fmla="*/ 493150 h 493150"/>
                <a:gd name="connsiteX3" fmla="*/ 298951 w 518896"/>
                <a:gd name="connsiteY3" fmla="*/ 493150 h 49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8896" h="493150">
                  <a:moveTo>
                    <a:pt x="0" y="0"/>
                  </a:moveTo>
                  <a:lnTo>
                    <a:pt x="219945" y="0"/>
                  </a:lnTo>
                  <a:lnTo>
                    <a:pt x="518896" y="493150"/>
                  </a:lnTo>
                  <a:lnTo>
                    <a:pt x="298951" y="493150"/>
                  </a:lnTo>
                  <a:close/>
                </a:path>
              </a:pathLst>
            </a:custGeom>
            <a:solidFill>
              <a:srgbClr val="FF6D6D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87" name="Полилиния: фигура 86">
              <a:extLst>
                <a:ext uri="{FF2B5EF4-FFF2-40B4-BE49-F238E27FC236}">
                  <a16:creationId xmlns:a16="http://schemas.microsoft.com/office/drawing/2014/main" id="{FA936F27-5B33-41A3-BFC7-54E9883BFF65}"/>
                </a:ext>
              </a:extLst>
            </p:cNvPr>
            <p:cNvSpPr/>
            <p:nvPr/>
          </p:nvSpPr>
          <p:spPr>
            <a:xfrm>
              <a:off x="6309757" y="4602931"/>
              <a:ext cx="518896" cy="493150"/>
            </a:xfrm>
            <a:custGeom>
              <a:avLst/>
              <a:gdLst>
                <a:gd name="connsiteX0" fmla="*/ 0 w 518896"/>
                <a:gd name="connsiteY0" fmla="*/ 0 h 493150"/>
                <a:gd name="connsiteX1" fmla="*/ 219945 w 518896"/>
                <a:gd name="connsiteY1" fmla="*/ 0 h 493150"/>
                <a:gd name="connsiteX2" fmla="*/ 518896 w 518896"/>
                <a:gd name="connsiteY2" fmla="*/ 493150 h 493150"/>
                <a:gd name="connsiteX3" fmla="*/ 298951 w 518896"/>
                <a:gd name="connsiteY3" fmla="*/ 493150 h 49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8896" h="493150">
                  <a:moveTo>
                    <a:pt x="0" y="0"/>
                  </a:moveTo>
                  <a:lnTo>
                    <a:pt x="219945" y="0"/>
                  </a:lnTo>
                  <a:lnTo>
                    <a:pt x="518896" y="493150"/>
                  </a:lnTo>
                  <a:lnTo>
                    <a:pt x="298951" y="493150"/>
                  </a:lnTo>
                  <a:close/>
                </a:path>
              </a:pathLst>
            </a:custGeom>
            <a:solidFill>
              <a:srgbClr val="FF6D6D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7546BF3C-CE97-4AB7-8C88-9ED2E119FF4A}"/>
                </a:ext>
              </a:extLst>
            </p:cNvPr>
            <p:cNvSpPr txBox="1"/>
            <p:nvPr/>
          </p:nvSpPr>
          <p:spPr>
            <a:xfrm>
              <a:off x="1762899" y="4590017"/>
              <a:ext cx="733621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8000" dirty="0">
                  <a:solidFill>
                    <a:schemeClr val="bg1"/>
                  </a:solidFill>
                  <a:latin typeface="Helvetica" panose="020B0604020202020204" pitchFamily="2" charset="0"/>
                </a:rPr>
                <a:t>3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B9903663-1F49-416F-B570-E3CA8B7F6EE9}"/>
                </a:ext>
              </a:extLst>
            </p:cNvPr>
            <p:cNvSpPr txBox="1"/>
            <p:nvPr/>
          </p:nvSpPr>
          <p:spPr>
            <a:xfrm>
              <a:off x="2906443" y="4651084"/>
              <a:ext cx="30399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НАЗВАНИЕ ЭТАПА</a:t>
              </a:r>
              <a:endParaRPr lang="ru-RU" b="1" dirty="0">
                <a:solidFill>
                  <a:srgbClr val="FF6D6D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C3CA480-B348-4A7C-8252-DF811B82FA15}"/>
                </a:ext>
              </a:extLst>
            </p:cNvPr>
            <p:cNvSpPr txBox="1"/>
            <p:nvPr/>
          </p:nvSpPr>
          <p:spPr>
            <a:xfrm>
              <a:off x="2904239" y="5208113"/>
              <a:ext cx="716857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ndara" panose="020E0502030303020204" pitchFamily="34" charset="0"/>
                </a:rPr>
                <a:t>Описание этапа. Дайте короткое описание этому этапу, которое соответствует теме данного слайда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81313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FE3B71C-3254-4B02-9C29-1CCA257EB5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F253FB27-7667-409B-9282-8C39214F3F7D}"/>
              </a:ext>
            </a:extLst>
          </p:cNvPr>
          <p:cNvGrpSpPr/>
          <p:nvPr/>
        </p:nvGrpSpPr>
        <p:grpSpPr>
          <a:xfrm>
            <a:off x="1561973" y="454132"/>
            <a:ext cx="9042188" cy="1255402"/>
            <a:chOff x="1707084" y="783749"/>
            <a:chExt cx="9042188" cy="1255402"/>
          </a:xfrm>
        </p:grpSpPr>
        <p:sp>
          <p:nvSpPr>
            <p:cNvPr id="57" name="Полилиния: фигура 56">
              <a:extLst>
                <a:ext uri="{FF2B5EF4-FFF2-40B4-BE49-F238E27FC236}">
                  <a16:creationId xmlns:a16="http://schemas.microsoft.com/office/drawing/2014/main" id="{EEFCC776-D3FB-436B-8A1E-E38E56224F38}"/>
                </a:ext>
              </a:extLst>
            </p:cNvPr>
            <p:cNvSpPr/>
            <p:nvPr/>
          </p:nvSpPr>
          <p:spPr>
            <a:xfrm rot="10800000">
              <a:off x="1747528" y="989172"/>
              <a:ext cx="9001744" cy="994072"/>
            </a:xfrm>
            <a:custGeom>
              <a:avLst/>
              <a:gdLst>
                <a:gd name="connsiteX0" fmla="*/ 8494392 w 9001744"/>
                <a:gd name="connsiteY0" fmla="*/ 994072 h 994072"/>
                <a:gd name="connsiteX1" fmla="*/ 1960430 w 9001744"/>
                <a:gd name="connsiteY1" fmla="*/ 994072 h 994072"/>
                <a:gd name="connsiteX2" fmla="*/ 1878931 w 9001744"/>
                <a:gd name="connsiteY2" fmla="*/ 856489 h 994072"/>
                <a:gd name="connsiteX3" fmla="*/ 1118681 w 9001744"/>
                <a:gd name="connsiteY3" fmla="*/ 856489 h 994072"/>
                <a:gd name="connsiteX4" fmla="*/ 559341 w 9001744"/>
                <a:gd name="connsiteY4" fmla="*/ 856489 h 994072"/>
                <a:gd name="connsiteX5" fmla="*/ 0 w 9001744"/>
                <a:gd name="connsiteY5" fmla="*/ 856489 h 994072"/>
                <a:gd name="connsiteX6" fmla="*/ 507352 w 9001744"/>
                <a:gd name="connsiteY6" fmla="*/ 0 h 994072"/>
                <a:gd name="connsiteX7" fmla="*/ 1907525 w 9001744"/>
                <a:gd name="connsiteY7" fmla="*/ 0 h 994072"/>
                <a:gd name="connsiteX8" fmla="*/ 1907525 w 9001744"/>
                <a:gd name="connsiteY8" fmla="*/ 1 h 994072"/>
                <a:gd name="connsiteX9" fmla="*/ 1377106 w 9001744"/>
                <a:gd name="connsiteY9" fmla="*/ 1 h 994072"/>
                <a:gd name="connsiteX10" fmla="*/ 1458604 w 9001744"/>
                <a:gd name="connsiteY10" fmla="*/ 137583 h 994072"/>
                <a:gd name="connsiteX11" fmla="*/ 2012420 w 9001744"/>
                <a:gd name="connsiteY11" fmla="*/ 137583 h 994072"/>
                <a:gd name="connsiteX12" fmla="*/ 2571760 w 9001744"/>
                <a:gd name="connsiteY12" fmla="*/ 137583 h 994072"/>
                <a:gd name="connsiteX13" fmla="*/ 7883063 w 9001744"/>
                <a:gd name="connsiteY13" fmla="*/ 137583 h 994072"/>
                <a:gd name="connsiteX14" fmla="*/ 8442403 w 9001744"/>
                <a:gd name="connsiteY14" fmla="*/ 137583 h 994072"/>
                <a:gd name="connsiteX15" fmla="*/ 9001744 w 9001744"/>
                <a:gd name="connsiteY15" fmla="*/ 137583 h 994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001744" h="994072">
                  <a:moveTo>
                    <a:pt x="8494392" y="994072"/>
                  </a:moveTo>
                  <a:lnTo>
                    <a:pt x="1960430" y="994072"/>
                  </a:lnTo>
                  <a:lnTo>
                    <a:pt x="1878931" y="856489"/>
                  </a:lnTo>
                  <a:lnTo>
                    <a:pt x="1118681" y="856489"/>
                  </a:lnTo>
                  <a:lnTo>
                    <a:pt x="559341" y="856489"/>
                  </a:lnTo>
                  <a:lnTo>
                    <a:pt x="0" y="856489"/>
                  </a:lnTo>
                  <a:lnTo>
                    <a:pt x="507352" y="0"/>
                  </a:lnTo>
                  <a:lnTo>
                    <a:pt x="1907525" y="0"/>
                  </a:lnTo>
                  <a:lnTo>
                    <a:pt x="1907525" y="1"/>
                  </a:lnTo>
                  <a:lnTo>
                    <a:pt x="1377106" y="1"/>
                  </a:lnTo>
                  <a:lnTo>
                    <a:pt x="1458604" y="137583"/>
                  </a:lnTo>
                  <a:lnTo>
                    <a:pt x="2012420" y="137583"/>
                  </a:lnTo>
                  <a:lnTo>
                    <a:pt x="2571760" y="137583"/>
                  </a:lnTo>
                  <a:lnTo>
                    <a:pt x="7883063" y="137583"/>
                  </a:lnTo>
                  <a:lnTo>
                    <a:pt x="8442403" y="137583"/>
                  </a:lnTo>
                  <a:lnTo>
                    <a:pt x="9001744" y="137583"/>
                  </a:lnTo>
                  <a:close/>
                </a:path>
              </a:pathLst>
            </a:custGeom>
            <a:noFill/>
            <a:ln w="12700">
              <a:solidFill>
                <a:srgbClr val="C5161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 dirty="0"/>
            </a:p>
          </p:txBody>
        </p:sp>
        <p:sp>
          <p:nvSpPr>
            <p:cNvPr id="54" name="Полилиния: фигура 53">
              <a:extLst>
                <a:ext uri="{FF2B5EF4-FFF2-40B4-BE49-F238E27FC236}">
                  <a16:creationId xmlns:a16="http://schemas.microsoft.com/office/drawing/2014/main" id="{5DA21C08-F0D7-4FFB-9C97-1CCD07A2A4E3}"/>
                </a:ext>
              </a:extLst>
            </p:cNvPr>
            <p:cNvSpPr/>
            <p:nvPr/>
          </p:nvSpPr>
          <p:spPr>
            <a:xfrm rot="10800000">
              <a:off x="8801303" y="921332"/>
              <a:ext cx="1907525" cy="856489"/>
            </a:xfrm>
            <a:custGeom>
              <a:avLst/>
              <a:gdLst>
                <a:gd name="connsiteX0" fmla="*/ 1884457 w 1907525"/>
                <a:gd name="connsiteY0" fmla="*/ 856489 h 856489"/>
                <a:gd name="connsiteX1" fmla="*/ 1118681 w 1907525"/>
                <a:gd name="connsiteY1" fmla="*/ 856489 h 856489"/>
                <a:gd name="connsiteX2" fmla="*/ 559341 w 1907525"/>
                <a:gd name="connsiteY2" fmla="*/ 856489 h 856489"/>
                <a:gd name="connsiteX3" fmla="*/ 0 w 1907525"/>
                <a:gd name="connsiteY3" fmla="*/ 856489 h 856489"/>
                <a:gd name="connsiteX4" fmla="*/ 507352 w 1907525"/>
                <a:gd name="connsiteY4" fmla="*/ 0 h 856489"/>
                <a:gd name="connsiteX5" fmla="*/ 1907525 w 1907525"/>
                <a:gd name="connsiteY5" fmla="*/ 0 h 856489"/>
                <a:gd name="connsiteX6" fmla="*/ 1907525 w 1907525"/>
                <a:gd name="connsiteY6" fmla="*/ 1 h 856489"/>
                <a:gd name="connsiteX7" fmla="*/ 1377106 w 1907525"/>
                <a:gd name="connsiteY7" fmla="*/ 1 h 85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7525" h="856489">
                  <a:moveTo>
                    <a:pt x="1884457" y="856489"/>
                  </a:moveTo>
                  <a:lnTo>
                    <a:pt x="1118681" y="856489"/>
                  </a:lnTo>
                  <a:lnTo>
                    <a:pt x="559341" y="856489"/>
                  </a:lnTo>
                  <a:lnTo>
                    <a:pt x="0" y="856489"/>
                  </a:lnTo>
                  <a:lnTo>
                    <a:pt x="507352" y="0"/>
                  </a:lnTo>
                  <a:lnTo>
                    <a:pt x="1907525" y="0"/>
                  </a:lnTo>
                  <a:lnTo>
                    <a:pt x="1907525" y="1"/>
                  </a:lnTo>
                  <a:lnTo>
                    <a:pt x="1377106" y="1"/>
                  </a:lnTo>
                  <a:close/>
                </a:path>
              </a:pathLst>
            </a:custGeom>
            <a:solidFill>
              <a:srgbClr val="B414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47" name="Полилиния: фигура 46">
              <a:extLst>
                <a:ext uri="{FF2B5EF4-FFF2-40B4-BE49-F238E27FC236}">
                  <a16:creationId xmlns:a16="http://schemas.microsoft.com/office/drawing/2014/main" id="{8D70E0A7-AEFE-4545-9938-0A084381BF77}"/>
                </a:ext>
              </a:extLst>
            </p:cNvPr>
            <p:cNvSpPr/>
            <p:nvPr/>
          </p:nvSpPr>
          <p:spPr>
            <a:xfrm>
              <a:off x="1707084" y="783749"/>
              <a:ext cx="7548665" cy="856489"/>
            </a:xfrm>
            <a:custGeom>
              <a:avLst/>
              <a:gdLst>
                <a:gd name="connsiteX0" fmla="*/ 507352 w 7548665"/>
                <a:gd name="connsiteY0" fmla="*/ 0 h 856489"/>
                <a:gd name="connsiteX1" fmla="*/ 7041314 w 7548665"/>
                <a:gd name="connsiteY1" fmla="*/ 0 h 856489"/>
                <a:gd name="connsiteX2" fmla="*/ 7548665 w 7548665"/>
                <a:gd name="connsiteY2" fmla="*/ 856489 h 856489"/>
                <a:gd name="connsiteX3" fmla="*/ 6989324 w 7548665"/>
                <a:gd name="connsiteY3" fmla="*/ 856489 h 856489"/>
                <a:gd name="connsiteX4" fmla="*/ 6429984 w 7548665"/>
                <a:gd name="connsiteY4" fmla="*/ 856489 h 856489"/>
                <a:gd name="connsiteX5" fmla="*/ 1118681 w 7548665"/>
                <a:gd name="connsiteY5" fmla="*/ 856489 h 856489"/>
                <a:gd name="connsiteX6" fmla="*/ 559341 w 7548665"/>
                <a:gd name="connsiteY6" fmla="*/ 856489 h 856489"/>
                <a:gd name="connsiteX7" fmla="*/ 0 w 7548665"/>
                <a:gd name="connsiteY7" fmla="*/ 856489 h 85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48665" h="856489">
                  <a:moveTo>
                    <a:pt x="507352" y="0"/>
                  </a:moveTo>
                  <a:lnTo>
                    <a:pt x="7041314" y="0"/>
                  </a:lnTo>
                  <a:lnTo>
                    <a:pt x="7548665" y="856489"/>
                  </a:lnTo>
                  <a:lnTo>
                    <a:pt x="6989324" y="856489"/>
                  </a:lnTo>
                  <a:lnTo>
                    <a:pt x="6429984" y="856489"/>
                  </a:lnTo>
                  <a:lnTo>
                    <a:pt x="1118681" y="856489"/>
                  </a:lnTo>
                  <a:lnTo>
                    <a:pt x="559341" y="856489"/>
                  </a:lnTo>
                  <a:lnTo>
                    <a:pt x="0" y="856489"/>
                  </a:lnTo>
                  <a:close/>
                </a:path>
              </a:pathLst>
            </a:custGeom>
            <a:solidFill>
              <a:srgbClr val="C5161D"/>
            </a:solidFill>
            <a:ln>
              <a:solidFill>
                <a:srgbClr val="EC530E"/>
              </a:solidFill>
            </a:ln>
            <a:effectLst>
              <a:outerShdw blurRad="241300" dist="635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66" name="Полилиния: фигура 65">
              <a:extLst>
                <a:ext uri="{FF2B5EF4-FFF2-40B4-BE49-F238E27FC236}">
                  <a16:creationId xmlns:a16="http://schemas.microsoft.com/office/drawing/2014/main" id="{76B4AC5A-6BB9-4A1A-9479-C79DE29A5F18}"/>
                </a:ext>
              </a:extLst>
            </p:cNvPr>
            <p:cNvSpPr/>
            <p:nvPr/>
          </p:nvSpPr>
          <p:spPr>
            <a:xfrm>
              <a:off x="1747527" y="1724669"/>
              <a:ext cx="3157847" cy="303772"/>
            </a:xfrm>
            <a:custGeom>
              <a:avLst/>
              <a:gdLst>
                <a:gd name="connsiteX0" fmla="*/ 143637 w 2008910"/>
                <a:gd name="connsiteY0" fmla="*/ 0 h 247649"/>
                <a:gd name="connsiteX1" fmla="*/ 2008910 w 2008910"/>
                <a:gd name="connsiteY1" fmla="*/ 0 h 247649"/>
                <a:gd name="connsiteX2" fmla="*/ 1865273 w 2008910"/>
                <a:gd name="connsiteY2" fmla="*/ 247649 h 247649"/>
                <a:gd name="connsiteX3" fmla="*/ 0 w 2008910"/>
                <a:gd name="connsiteY3" fmla="*/ 247649 h 247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8910" h="247649">
                  <a:moveTo>
                    <a:pt x="143637" y="0"/>
                  </a:moveTo>
                  <a:lnTo>
                    <a:pt x="2008910" y="0"/>
                  </a:lnTo>
                  <a:lnTo>
                    <a:pt x="1865273" y="247649"/>
                  </a:lnTo>
                  <a:lnTo>
                    <a:pt x="0" y="247649"/>
                  </a:lnTo>
                  <a:close/>
                </a:path>
              </a:pathLst>
            </a:custGeom>
            <a:solidFill>
              <a:srgbClr val="B414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BB7FA17-10B9-4262-AC78-67D7E164EB1B}"/>
                </a:ext>
              </a:extLst>
            </p:cNvPr>
            <p:cNvSpPr txBox="1"/>
            <p:nvPr/>
          </p:nvSpPr>
          <p:spPr>
            <a:xfrm>
              <a:off x="2250050" y="1700597"/>
              <a:ext cx="29505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НАЗВАНИЕ </a:t>
              </a:r>
              <a:r>
                <a:rPr lang="ru-RU" sz="1600" b="1" dirty="0">
                  <a:solidFill>
                    <a:srgbClr val="E9373F"/>
                  </a:solidFill>
                  <a:latin typeface="Bahnschrift" panose="020B0502040204020203" pitchFamily="34" charset="0"/>
                </a:rPr>
                <a:t>ЭТАПА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3DF4942-DA8F-45CB-B496-615FE04DCC28}"/>
                </a:ext>
              </a:extLst>
            </p:cNvPr>
            <p:cNvSpPr txBox="1"/>
            <p:nvPr/>
          </p:nvSpPr>
          <p:spPr>
            <a:xfrm>
              <a:off x="2253684" y="923258"/>
              <a:ext cx="716857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ndara" panose="020E0502030303020204" pitchFamily="34" charset="0"/>
                </a:rPr>
                <a:t>Описание этапа. Дайте короткое описание этому этапу, которое соответствует теме данного слайда</a:t>
              </a:r>
            </a:p>
          </p:txBody>
        </p:sp>
        <p:pic>
          <p:nvPicPr>
            <p:cNvPr id="27" name="Рисунок 26" descr="Лампочка и шестеренка контур">
              <a:extLst>
                <a:ext uri="{FF2B5EF4-FFF2-40B4-BE49-F238E27FC236}">
                  <a16:creationId xmlns:a16="http://schemas.microsoft.com/office/drawing/2014/main" id="{97398E04-DF6D-4629-978E-E2226FCB4D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02961" y="988178"/>
              <a:ext cx="704207" cy="704207"/>
            </a:xfrm>
            <a:prstGeom prst="rect">
              <a:avLst/>
            </a:prstGeom>
          </p:spPr>
        </p:pic>
      </p:grpSp>
      <p:grpSp>
        <p:nvGrpSpPr>
          <p:cNvPr id="76" name="Группа 75">
            <a:extLst>
              <a:ext uri="{FF2B5EF4-FFF2-40B4-BE49-F238E27FC236}">
                <a16:creationId xmlns:a16="http://schemas.microsoft.com/office/drawing/2014/main" id="{1770AAA0-7865-4DC2-90D4-3138753CB4D8}"/>
              </a:ext>
            </a:extLst>
          </p:cNvPr>
          <p:cNvGrpSpPr/>
          <p:nvPr/>
        </p:nvGrpSpPr>
        <p:grpSpPr>
          <a:xfrm flipH="1">
            <a:off x="1561973" y="5182941"/>
            <a:ext cx="9042188" cy="1255402"/>
            <a:chOff x="1707084" y="783749"/>
            <a:chExt cx="9042188" cy="1255402"/>
          </a:xfrm>
        </p:grpSpPr>
        <p:sp>
          <p:nvSpPr>
            <p:cNvPr id="84" name="Полилиния: фигура 83">
              <a:extLst>
                <a:ext uri="{FF2B5EF4-FFF2-40B4-BE49-F238E27FC236}">
                  <a16:creationId xmlns:a16="http://schemas.microsoft.com/office/drawing/2014/main" id="{5AC0AE3A-220F-4719-BDA6-480FE1866472}"/>
                </a:ext>
              </a:extLst>
            </p:cNvPr>
            <p:cNvSpPr/>
            <p:nvPr/>
          </p:nvSpPr>
          <p:spPr>
            <a:xfrm rot="10800000">
              <a:off x="1747528" y="989172"/>
              <a:ext cx="9001744" cy="994072"/>
            </a:xfrm>
            <a:custGeom>
              <a:avLst/>
              <a:gdLst>
                <a:gd name="connsiteX0" fmla="*/ 8494392 w 9001744"/>
                <a:gd name="connsiteY0" fmla="*/ 994072 h 994072"/>
                <a:gd name="connsiteX1" fmla="*/ 1960430 w 9001744"/>
                <a:gd name="connsiteY1" fmla="*/ 994072 h 994072"/>
                <a:gd name="connsiteX2" fmla="*/ 1878931 w 9001744"/>
                <a:gd name="connsiteY2" fmla="*/ 856489 h 994072"/>
                <a:gd name="connsiteX3" fmla="*/ 1118681 w 9001744"/>
                <a:gd name="connsiteY3" fmla="*/ 856489 h 994072"/>
                <a:gd name="connsiteX4" fmla="*/ 559341 w 9001744"/>
                <a:gd name="connsiteY4" fmla="*/ 856489 h 994072"/>
                <a:gd name="connsiteX5" fmla="*/ 0 w 9001744"/>
                <a:gd name="connsiteY5" fmla="*/ 856489 h 994072"/>
                <a:gd name="connsiteX6" fmla="*/ 507352 w 9001744"/>
                <a:gd name="connsiteY6" fmla="*/ 0 h 994072"/>
                <a:gd name="connsiteX7" fmla="*/ 1907525 w 9001744"/>
                <a:gd name="connsiteY7" fmla="*/ 0 h 994072"/>
                <a:gd name="connsiteX8" fmla="*/ 1907525 w 9001744"/>
                <a:gd name="connsiteY8" fmla="*/ 1 h 994072"/>
                <a:gd name="connsiteX9" fmla="*/ 1377106 w 9001744"/>
                <a:gd name="connsiteY9" fmla="*/ 1 h 994072"/>
                <a:gd name="connsiteX10" fmla="*/ 1458604 w 9001744"/>
                <a:gd name="connsiteY10" fmla="*/ 137583 h 994072"/>
                <a:gd name="connsiteX11" fmla="*/ 2012420 w 9001744"/>
                <a:gd name="connsiteY11" fmla="*/ 137583 h 994072"/>
                <a:gd name="connsiteX12" fmla="*/ 2571760 w 9001744"/>
                <a:gd name="connsiteY12" fmla="*/ 137583 h 994072"/>
                <a:gd name="connsiteX13" fmla="*/ 7883063 w 9001744"/>
                <a:gd name="connsiteY13" fmla="*/ 137583 h 994072"/>
                <a:gd name="connsiteX14" fmla="*/ 8442403 w 9001744"/>
                <a:gd name="connsiteY14" fmla="*/ 137583 h 994072"/>
                <a:gd name="connsiteX15" fmla="*/ 9001744 w 9001744"/>
                <a:gd name="connsiteY15" fmla="*/ 137583 h 994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001744" h="994072">
                  <a:moveTo>
                    <a:pt x="8494392" y="994072"/>
                  </a:moveTo>
                  <a:lnTo>
                    <a:pt x="1960430" y="994072"/>
                  </a:lnTo>
                  <a:lnTo>
                    <a:pt x="1878931" y="856489"/>
                  </a:lnTo>
                  <a:lnTo>
                    <a:pt x="1118681" y="856489"/>
                  </a:lnTo>
                  <a:lnTo>
                    <a:pt x="559341" y="856489"/>
                  </a:lnTo>
                  <a:lnTo>
                    <a:pt x="0" y="856489"/>
                  </a:lnTo>
                  <a:lnTo>
                    <a:pt x="507352" y="0"/>
                  </a:lnTo>
                  <a:lnTo>
                    <a:pt x="1907525" y="0"/>
                  </a:lnTo>
                  <a:lnTo>
                    <a:pt x="1907525" y="1"/>
                  </a:lnTo>
                  <a:lnTo>
                    <a:pt x="1377106" y="1"/>
                  </a:lnTo>
                  <a:lnTo>
                    <a:pt x="1458604" y="137583"/>
                  </a:lnTo>
                  <a:lnTo>
                    <a:pt x="2012420" y="137583"/>
                  </a:lnTo>
                  <a:lnTo>
                    <a:pt x="2571760" y="137583"/>
                  </a:lnTo>
                  <a:lnTo>
                    <a:pt x="7883063" y="137583"/>
                  </a:lnTo>
                  <a:lnTo>
                    <a:pt x="8442403" y="137583"/>
                  </a:lnTo>
                  <a:lnTo>
                    <a:pt x="9001744" y="137583"/>
                  </a:lnTo>
                  <a:close/>
                </a:path>
              </a:pathLst>
            </a:custGeom>
            <a:noFill/>
            <a:ln w="12700">
              <a:solidFill>
                <a:srgbClr val="025E5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 dirty="0"/>
            </a:p>
          </p:txBody>
        </p:sp>
        <p:sp>
          <p:nvSpPr>
            <p:cNvPr id="85" name="Полилиния: фигура 84">
              <a:extLst>
                <a:ext uri="{FF2B5EF4-FFF2-40B4-BE49-F238E27FC236}">
                  <a16:creationId xmlns:a16="http://schemas.microsoft.com/office/drawing/2014/main" id="{2DAB148E-237E-42BE-996D-8C7EDBA3BC67}"/>
                </a:ext>
              </a:extLst>
            </p:cNvPr>
            <p:cNvSpPr/>
            <p:nvPr/>
          </p:nvSpPr>
          <p:spPr>
            <a:xfrm rot="10800000">
              <a:off x="8801303" y="921332"/>
              <a:ext cx="1907525" cy="856489"/>
            </a:xfrm>
            <a:custGeom>
              <a:avLst/>
              <a:gdLst>
                <a:gd name="connsiteX0" fmla="*/ 1884457 w 1907525"/>
                <a:gd name="connsiteY0" fmla="*/ 856489 h 856489"/>
                <a:gd name="connsiteX1" fmla="*/ 1118681 w 1907525"/>
                <a:gd name="connsiteY1" fmla="*/ 856489 h 856489"/>
                <a:gd name="connsiteX2" fmla="*/ 559341 w 1907525"/>
                <a:gd name="connsiteY2" fmla="*/ 856489 h 856489"/>
                <a:gd name="connsiteX3" fmla="*/ 0 w 1907525"/>
                <a:gd name="connsiteY3" fmla="*/ 856489 h 856489"/>
                <a:gd name="connsiteX4" fmla="*/ 507352 w 1907525"/>
                <a:gd name="connsiteY4" fmla="*/ 0 h 856489"/>
                <a:gd name="connsiteX5" fmla="*/ 1907525 w 1907525"/>
                <a:gd name="connsiteY5" fmla="*/ 0 h 856489"/>
                <a:gd name="connsiteX6" fmla="*/ 1907525 w 1907525"/>
                <a:gd name="connsiteY6" fmla="*/ 1 h 856489"/>
                <a:gd name="connsiteX7" fmla="*/ 1377106 w 1907525"/>
                <a:gd name="connsiteY7" fmla="*/ 1 h 85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7525" h="856489">
                  <a:moveTo>
                    <a:pt x="1884457" y="856489"/>
                  </a:moveTo>
                  <a:lnTo>
                    <a:pt x="1118681" y="856489"/>
                  </a:lnTo>
                  <a:lnTo>
                    <a:pt x="559341" y="856489"/>
                  </a:lnTo>
                  <a:lnTo>
                    <a:pt x="0" y="856489"/>
                  </a:lnTo>
                  <a:lnTo>
                    <a:pt x="507352" y="0"/>
                  </a:lnTo>
                  <a:lnTo>
                    <a:pt x="1907525" y="0"/>
                  </a:lnTo>
                  <a:lnTo>
                    <a:pt x="1907525" y="1"/>
                  </a:lnTo>
                  <a:lnTo>
                    <a:pt x="1377106" y="1"/>
                  </a:lnTo>
                  <a:close/>
                </a:path>
              </a:pathLst>
            </a:custGeom>
            <a:solidFill>
              <a:srgbClr val="2777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88" name="Полилиния: фигура 87">
              <a:extLst>
                <a:ext uri="{FF2B5EF4-FFF2-40B4-BE49-F238E27FC236}">
                  <a16:creationId xmlns:a16="http://schemas.microsoft.com/office/drawing/2014/main" id="{A4B5ADB6-E02F-4348-9914-3912865BB9E2}"/>
                </a:ext>
              </a:extLst>
            </p:cNvPr>
            <p:cNvSpPr/>
            <p:nvPr/>
          </p:nvSpPr>
          <p:spPr>
            <a:xfrm>
              <a:off x="1707084" y="783749"/>
              <a:ext cx="7548665" cy="856489"/>
            </a:xfrm>
            <a:custGeom>
              <a:avLst/>
              <a:gdLst>
                <a:gd name="connsiteX0" fmla="*/ 507352 w 7548665"/>
                <a:gd name="connsiteY0" fmla="*/ 0 h 856489"/>
                <a:gd name="connsiteX1" fmla="*/ 7041314 w 7548665"/>
                <a:gd name="connsiteY1" fmla="*/ 0 h 856489"/>
                <a:gd name="connsiteX2" fmla="*/ 7548665 w 7548665"/>
                <a:gd name="connsiteY2" fmla="*/ 856489 h 856489"/>
                <a:gd name="connsiteX3" fmla="*/ 6989324 w 7548665"/>
                <a:gd name="connsiteY3" fmla="*/ 856489 h 856489"/>
                <a:gd name="connsiteX4" fmla="*/ 6429984 w 7548665"/>
                <a:gd name="connsiteY4" fmla="*/ 856489 h 856489"/>
                <a:gd name="connsiteX5" fmla="*/ 1118681 w 7548665"/>
                <a:gd name="connsiteY5" fmla="*/ 856489 h 856489"/>
                <a:gd name="connsiteX6" fmla="*/ 559341 w 7548665"/>
                <a:gd name="connsiteY6" fmla="*/ 856489 h 856489"/>
                <a:gd name="connsiteX7" fmla="*/ 0 w 7548665"/>
                <a:gd name="connsiteY7" fmla="*/ 856489 h 85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48665" h="856489">
                  <a:moveTo>
                    <a:pt x="507352" y="0"/>
                  </a:moveTo>
                  <a:lnTo>
                    <a:pt x="7041314" y="0"/>
                  </a:lnTo>
                  <a:lnTo>
                    <a:pt x="7548665" y="856489"/>
                  </a:lnTo>
                  <a:lnTo>
                    <a:pt x="6989324" y="856489"/>
                  </a:lnTo>
                  <a:lnTo>
                    <a:pt x="6429984" y="856489"/>
                  </a:lnTo>
                  <a:lnTo>
                    <a:pt x="1118681" y="856489"/>
                  </a:lnTo>
                  <a:lnTo>
                    <a:pt x="559341" y="856489"/>
                  </a:lnTo>
                  <a:lnTo>
                    <a:pt x="0" y="856489"/>
                  </a:lnTo>
                  <a:close/>
                </a:path>
              </a:pathLst>
            </a:custGeom>
            <a:solidFill>
              <a:srgbClr val="2D8879"/>
            </a:solidFill>
            <a:ln>
              <a:noFill/>
            </a:ln>
            <a:effectLst>
              <a:outerShdw blurRad="241300" dist="635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89" name="Полилиния: фигура 88">
              <a:extLst>
                <a:ext uri="{FF2B5EF4-FFF2-40B4-BE49-F238E27FC236}">
                  <a16:creationId xmlns:a16="http://schemas.microsoft.com/office/drawing/2014/main" id="{5C393059-80BF-463A-92FE-FA5F016C5543}"/>
                </a:ext>
              </a:extLst>
            </p:cNvPr>
            <p:cNvSpPr/>
            <p:nvPr/>
          </p:nvSpPr>
          <p:spPr>
            <a:xfrm>
              <a:off x="1747527" y="1724669"/>
              <a:ext cx="3157847" cy="303772"/>
            </a:xfrm>
            <a:custGeom>
              <a:avLst/>
              <a:gdLst>
                <a:gd name="connsiteX0" fmla="*/ 143637 w 2008910"/>
                <a:gd name="connsiteY0" fmla="*/ 0 h 247649"/>
                <a:gd name="connsiteX1" fmla="*/ 2008910 w 2008910"/>
                <a:gd name="connsiteY1" fmla="*/ 0 h 247649"/>
                <a:gd name="connsiteX2" fmla="*/ 1865273 w 2008910"/>
                <a:gd name="connsiteY2" fmla="*/ 247649 h 247649"/>
                <a:gd name="connsiteX3" fmla="*/ 0 w 2008910"/>
                <a:gd name="connsiteY3" fmla="*/ 247649 h 247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8910" h="247649">
                  <a:moveTo>
                    <a:pt x="143637" y="0"/>
                  </a:moveTo>
                  <a:lnTo>
                    <a:pt x="2008910" y="0"/>
                  </a:lnTo>
                  <a:lnTo>
                    <a:pt x="1865273" y="247649"/>
                  </a:lnTo>
                  <a:lnTo>
                    <a:pt x="0" y="247649"/>
                  </a:lnTo>
                  <a:close/>
                </a:path>
              </a:pathLst>
            </a:custGeom>
            <a:solidFill>
              <a:srgbClr val="2777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06101CD1-47D0-461D-9880-473D0CA23FBA}"/>
                </a:ext>
              </a:extLst>
            </p:cNvPr>
            <p:cNvSpPr txBox="1"/>
            <p:nvPr/>
          </p:nvSpPr>
          <p:spPr>
            <a:xfrm>
              <a:off x="2250050" y="1700597"/>
              <a:ext cx="29505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u-RU" sz="1600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НАЗВАНИЕ </a:t>
              </a:r>
              <a:r>
                <a:rPr lang="ru-RU" sz="1600" b="1" dirty="0">
                  <a:solidFill>
                    <a:srgbClr val="3AB09C"/>
                  </a:solidFill>
                  <a:latin typeface="Bahnschrift" panose="020B0502040204020203" pitchFamily="34" charset="0"/>
                </a:rPr>
                <a:t>ЭТАПА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A05A155C-62BB-4AD5-99D6-ADCD8BA02BFD}"/>
                </a:ext>
              </a:extLst>
            </p:cNvPr>
            <p:cNvSpPr txBox="1"/>
            <p:nvPr/>
          </p:nvSpPr>
          <p:spPr>
            <a:xfrm>
              <a:off x="2250050" y="945184"/>
              <a:ext cx="716857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u-RU" sz="1600" dirty="0">
                  <a:solidFill>
                    <a:schemeClr val="bg1"/>
                  </a:solidFill>
                  <a:latin typeface="Candara" panose="020E0502030303020204" pitchFamily="34" charset="0"/>
                </a:rPr>
                <a:t>Описание этапа. Дайте короткое описание этому этапу, которое соответствует теме данного слайда</a:t>
              </a:r>
            </a:p>
          </p:txBody>
        </p:sp>
        <p:pic>
          <p:nvPicPr>
            <p:cNvPr id="96" name="Рисунок 95" descr="Круговая блок-схема контур">
              <a:extLst>
                <a:ext uri="{FF2B5EF4-FFF2-40B4-BE49-F238E27FC236}">
                  <a16:creationId xmlns:a16="http://schemas.microsoft.com/office/drawing/2014/main" id="{03084669-DC9E-4E78-A92C-35CA3B0DDF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9433740" y="991852"/>
              <a:ext cx="704207" cy="704207"/>
            </a:xfrm>
            <a:prstGeom prst="rect">
              <a:avLst/>
            </a:prstGeom>
          </p:spPr>
        </p:pic>
      </p:grpSp>
      <p:grpSp>
        <p:nvGrpSpPr>
          <p:cNvPr id="115" name="Группа 114">
            <a:extLst>
              <a:ext uri="{FF2B5EF4-FFF2-40B4-BE49-F238E27FC236}">
                <a16:creationId xmlns:a16="http://schemas.microsoft.com/office/drawing/2014/main" id="{63D46401-D9AA-4DDA-8D87-53BFF13BE6F7}"/>
              </a:ext>
            </a:extLst>
          </p:cNvPr>
          <p:cNvGrpSpPr/>
          <p:nvPr/>
        </p:nvGrpSpPr>
        <p:grpSpPr>
          <a:xfrm>
            <a:off x="1561973" y="3606672"/>
            <a:ext cx="9042188" cy="1255402"/>
            <a:chOff x="1707084" y="783749"/>
            <a:chExt cx="9042188" cy="1255402"/>
          </a:xfrm>
        </p:grpSpPr>
        <p:sp>
          <p:nvSpPr>
            <p:cNvPr id="116" name="Полилиния: фигура 115">
              <a:extLst>
                <a:ext uri="{FF2B5EF4-FFF2-40B4-BE49-F238E27FC236}">
                  <a16:creationId xmlns:a16="http://schemas.microsoft.com/office/drawing/2014/main" id="{446872C4-12BA-4F18-81D5-C106BF5D44F7}"/>
                </a:ext>
              </a:extLst>
            </p:cNvPr>
            <p:cNvSpPr/>
            <p:nvPr/>
          </p:nvSpPr>
          <p:spPr>
            <a:xfrm rot="10800000">
              <a:off x="1747528" y="989172"/>
              <a:ext cx="9001744" cy="994072"/>
            </a:xfrm>
            <a:custGeom>
              <a:avLst/>
              <a:gdLst>
                <a:gd name="connsiteX0" fmla="*/ 8494392 w 9001744"/>
                <a:gd name="connsiteY0" fmla="*/ 994072 h 994072"/>
                <a:gd name="connsiteX1" fmla="*/ 1960430 w 9001744"/>
                <a:gd name="connsiteY1" fmla="*/ 994072 h 994072"/>
                <a:gd name="connsiteX2" fmla="*/ 1878931 w 9001744"/>
                <a:gd name="connsiteY2" fmla="*/ 856489 h 994072"/>
                <a:gd name="connsiteX3" fmla="*/ 1118681 w 9001744"/>
                <a:gd name="connsiteY3" fmla="*/ 856489 h 994072"/>
                <a:gd name="connsiteX4" fmla="*/ 559341 w 9001744"/>
                <a:gd name="connsiteY4" fmla="*/ 856489 h 994072"/>
                <a:gd name="connsiteX5" fmla="*/ 0 w 9001744"/>
                <a:gd name="connsiteY5" fmla="*/ 856489 h 994072"/>
                <a:gd name="connsiteX6" fmla="*/ 507352 w 9001744"/>
                <a:gd name="connsiteY6" fmla="*/ 0 h 994072"/>
                <a:gd name="connsiteX7" fmla="*/ 1907525 w 9001744"/>
                <a:gd name="connsiteY7" fmla="*/ 0 h 994072"/>
                <a:gd name="connsiteX8" fmla="*/ 1907525 w 9001744"/>
                <a:gd name="connsiteY8" fmla="*/ 1 h 994072"/>
                <a:gd name="connsiteX9" fmla="*/ 1377106 w 9001744"/>
                <a:gd name="connsiteY9" fmla="*/ 1 h 994072"/>
                <a:gd name="connsiteX10" fmla="*/ 1458604 w 9001744"/>
                <a:gd name="connsiteY10" fmla="*/ 137583 h 994072"/>
                <a:gd name="connsiteX11" fmla="*/ 2012420 w 9001744"/>
                <a:gd name="connsiteY11" fmla="*/ 137583 h 994072"/>
                <a:gd name="connsiteX12" fmla="*/ 2571760 w 9001744"/>
                <a:gd name="connsiteY12" fmla="*/ 137583 h 994072"/>
                <a:gd name="connsiteX13" fmla="*/ 7883063 w 9001744"/>
                <a:gd name="connsiteY13" fmla="*/ 137583 h 994072"/>
                <a:gd name="connsiteX14" fmla="*/ 8442403 w 9001744"/>
                <a:gd name="connsiteY14" fmla="*/ 137583 h 994072"/>
                <a:gd name="connsiteX15" fmla="*/ 9001744 w 9001744"/>
                <a:gd name="connsiteY15" fmla="*/ 137583 h 994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001744" h="994072">
                  <a:moveTo>
                    <a:pt x="8494392" y="994072"/>
                  </a:moveTo>
                  <a:lnTo>
                    <a:pt x="1960430" y="994072"/>
                  </a:lnTo>
                  <a:lnTo>
                    <a:pt x="1878931" y="856489"/>
                  </a:lnTo>
                  <a:lnTo>
                    <a:pt x="1118681" y="856489"/>
                  </a:lnTo>
                  <a:lnTo>
                    <a:pt x="559341" y="856489"/>
                  </a:lnTo>
                  <a:lnTo>
                    <a:pt x="0" y="856489"/>
                  </a:lnTo>
                  <a:lnTo>
                    <a:pt x="507352" y="0"/>
                  </a:lnTo>
                  <a:lnTo>
                    <a:pt x="1907525" y="0"/>
                  </a:lnTo>
                  <a:lnTo>
                    <a:pt x="1907525" y="1"/>
                  </a:lnTo>
                  <a:lnTo>
                    <a:pt x="1377106" y="1"/>
                  </a:lnTo>
                  <a:lnTo>
                    <a:pt x="1458604" y="137583"/>
                  </a:lnTo>
                  <a:lnTo>
                    <a:pt x="2012420" y="137583"/>
                  </a:lnTo>
                  <a:lnTo>
                    <a:pt x="2571760" y="137583"/>
                  </a:lnTo>
                  <a:lnTo>
                    <a:pt x="7883063" y="137583"/>
                  </a:lnTo>
                  <a:lnTo>
                    <a:pt x="8442403" y="137583"/>
                  </a:lnTo>
                  <a:lnTo>
                    <a:pt x="9001744" y="137583"/>
                  </a:lnTo>
                  <a:close/>
                </a:path>
              </a:pathLst>
            </a:custGeom>
            <a:noFill/>
            <a:ln w="12700">
              <a:solidFill>
                <a:srgbClr val="1D45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117" name="Полилиния: фигура 116">
              <a:extLst>
                <a:ext uri="{FF2B5EF4-FFF2-40B4-BE49-F238E27FC236}">
                  <a16:creationId xmlns:a16="http://schemas.microsoft.com/office/drawing/2014/main" id="{90C023AE-2258-4849-BDF8-1D0DDE060978}"/>
                </a:ext>
              </a:extLst>
            </p:cNvPr>
            <p:cNvSpPr/>
            <p:nvPr/>
          </p:nvSpPr>
          <p:spPr>
            <a:xfrm rot="10800000">
              <a:off x="8801303" y="921332"/>
              <a:ext cx="1907525" cy="856489"/>
            </a:xfrm>
            <a:custGeom>
              <a:avLst/>
              <a:gdLst>
                <a:gd name="connsiteX0" fmla="*/ 1884457 w 1907525"/>
                <a:gd name="connsiteY0" fmla="*/ 856489 h 856489"/>
                <a:gd name="connsiteX1" fmla="*/ 1118681 w 1907525"/>
                <a:gd name="connsiteY1" fmla="*/ 856489 h 856489"/>
                <a:gd name="connsiteX2" fmla="*/ 559341 w 1907525"/>
                <a:gd name="connsiteY2" fmla="*/ 856489 h 856489"/>
                <a:gd name="connsiteX3" fmla="*/ 0 w 1907525"/>
                <a:gd name="connsiteY3" fmla="*/ 856489 h 856489"/>
                <a:gd name="connsiteX4" fmla="*/ 507352 w 1907525"/>
                <a:gd name="connsiteY4" fmla="*/ 0 h 856489"/>
                <a:gd name="connsiteX5" fmla="*/ 1907525 w 1907525"/>
                <a:gd name="connsiteY5" fmla="*/ 0 h 856489"/>
                <a:gd name="connsiteX6" fmla="*/ 1907525 w 1907525"/>
                <a:gd name="connsiteY6" fmla="*/ 1 h 856489"/>
                <a:gd name="connsiteX7" fmla="*/ 1377106 w 1907525"/>
                <a:gd name="connsiteY7" fmla="*/ 1 h 85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7525" h="856489">
                  <a:moveTo>
                    <a:pt x="1884457" y="856489"/>
                  </a:moveTo>
                  <a:lnTo>
                    <a:pt x="1118681" y="856489"/>
                  </a:lnTo>
                  <a:lnTo>
                    <a:pt x="559341" y="856489"/>
                  </a:lnTo>
                  <a:lnTo>
                    <a:pt x="0" y="856489"/>
                  </a:lnTo>
                  <a:lnTo>
                    <a:pt x="507352" y="0"/>
                  </a:lnTo>
                  <a:lnTo>
                    <a:pt x="1907525" y="0"/>
                  </a:lnTo>
                  <a:lnTo>
                    <a:pt x="1907525" y="1"/>
                  </a:lnTo>
                  <a:lnTo>
                    <a:pt x="1377106" y="1"/>
                  </a:lnTo>
                  <a:close/>
                </a:path>
              </a:pathLst>
            </a:custGeom>
            <a:solidFill>
              <a:srgbClr val="1B3F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119" name="Полилиния: фигура 118">
              <a:extLst>
                <a:ext uri="{FF2B5EF4-FFF2-40B4-BE49-F238E27FC236}">
                  <a16:creationId xmlns:a16="http://schemas.microsoft.com/office/drawing/2014/main" id="{892BACE6-DFBA-419E-9854-D05FBFD43E21}"/>
                </a:ext>
              </a:extLst>
            </p:cNvPr>
            <p:cNvSpPr/>
            <p:nvPr/>
          </p:nvSpPr>
          <p:spPr>
            <a:xfrm>
              <a:off x="1707084" y="783749"/>
              <a:ext cx="7548665" cy="856489"/>
            </a:xfrm>
            <a:custGeom>
              <a:avLst/>
              <a:gdLst>
                <a:gd name="connsiteX0" fmla="*/ 507352 w 7548665"/>
                <a:gd name="connsiteY0" fmla="*/ 0 h 856489"/>
                <a:gd name="connsiteX1" fmla="*/ 7041314 w 7548665"/>
                <a:gd name="connsiteY1" fmla="*/ 0 h 856489"/>
                <a:gd name="connsiteX2" fmla="*/ 7548665 w 7548665"/>
                <a:gd name="connsiteY2" fmla="*/ 856489 h 856489"/>
                <a:gd name="connsiteX3" fmla="*/ 6989324 w 7548665"/>
                <a:gd name="connsiteY3" fmla="*/ 856489 h 856489"/>
                <a:gd name="connsiteX4" fmla="*/ 6429984 w 7548665"/>
                <a:gd name="connsiteY4" fmla="*/ 856489 h 856489"/>
                <a:gd name="connsiteX5" fmla="*/ 1118681 w 7548665"/>
                <a:gd name="connsiteY5" fmla="*/ 856489 h 856489"/>
                <a:gd name="connsiteX6" fmla="*/ 559341 w 7548665"/>
                <a:gd name="connsiteY6" fmla="*/ 856489 h 856489"/>
                <a:gd name="connsiteX7" fmla="*/ 0 w 7548665"/>
                <a:gd name="connsiteY7" fmla="*/ 856489 h 85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48665" h="856489">
                  <a:moveTo>
                    <a:pt x="507352" y="0"/>
                  </a:moveTo>
                  <a:lnTo>
                    <a:pt x="7041314" y="0"/>
                  </a:lnTo>
                  <a:lnTo>
                    <a:pt x="7548665" y="856489"/>
                  </a:lnTo>
                  <a:lnTo>
                    <a:pt x="6989324" y="856489"/>
                  </a:lnTo>
                  <a:lnTo>
                    <a:pt x="6429984" y="856489"/>
                  </a:lnTo>
                  <a:lnTo>
                    <a:pt x="1118681" y="856489"/>
                  </a:lnTo>
                  <a:lnTo>
                    <a:pt x="559341" y="856489"/>
                  </a:lnTo>
                  <a:lnTo>
                    <a:pt x="0" y="856489"/>
                  </a:lnTo>
                  <a:close/>
                </a:path>
              </a:pathLst>
            </a:custGeom>
            <a:solidFill>
              <a:srgbClr val="1D455E"/>
            </a:solidFill>
            <a:ln>
              <a:noFill/>
            </a:ln>
            <a:effectLst>
              <a:outerShdw blurRad="241300" dist="635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120" name="Полилиния: фигура 119">
              <a:extLst>
                <a:ext uri="{FF2B5EF4-FFF2-40B4-BE49-F238E27FC236}">
                  <a16:creationId xmlns:a16="http://schemas.microsoft.com/office/drawing/2014/main" id="{CD3E26E4-CE24-4F10-8F05-59D6C6AE9323}"/>
                </a:ext>
              </a:extLst>
            </p:cNvPr>
            <p:cNvSpPr/>
            <p:nvPr/>
          </p:nvSpPr>
          <p:spPr>
            <a:xfrm>
              <a:off x="1747527" y="1724669"/>
              <a:ext cx="3157847" cy="303772"/>
            </a:xfrm>
            <a:custGeom>
              <a:avLst/>
              <a:gdLst>
                <a:gd name="connsiteX0" fmla="*/ 143637 w 2008910"/>
                <a:gd name="connsiteY0" fmla="*/ 0 h 247649"/>
                <a:gd name="connsiteX1" fmla="*/ 2008910 w 2008910"/>
                <a:gd name="connsiteY1" fmla="*/ 0 h 247649"/>
                <a:gd name="connsiteX2" fmla="*/ 1865273 w 2008910"/>
                <a:gd name="connsiteY2" fmla="*/ 247649 h 247649"/>
                <a:gd name="connsiteX3" fmla="*/ 0 w 2008910"/>
                <a:gd name="connsiteY3" fmla="*/ 247649 h 247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8910" h="247649">
                  <a:moveTo>
                    <a:pt x="143637" y="0"/>
                  </a:moveTo>
                  <a:lnTo>
                    <a:pt x="2008910" y="0"/>
                  </a:lnTo>
                  <a:lnTo>
                    <a:pt x="1865273" y="247649"/>
                  </a:lnTo>
                  <a:lnTo>
                    <a:pt x="0" y="247649"/>
                  </a:lnTo>
                  <a:close/>
                </a:path>
              </a:pathLst>
            </a:custGeom>
            <a:solidFill>
              <a:srgbClr val="1B3F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C30C444E-1F4F-4B34-93A8-C7C2E1F44940}"/>
                </a:ext>
              </a:extLst>
            </p:cNvPr>
            <p:cNvSpPr txBox="1"/>
            <p:nvPr/>
          </p:nvSpPr>
          <p:spPr>
            <a:xfrm>
              <a:off x="2250050" y="1700597"/>
              <a:ext cx="29505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НАЗВАНИЕ </a:t>
              </a:r>
              <a:r>
                <a:rPr lang="ru-RU" sz="1600" b="1" dirty="0">
                  <a:solidFill>
                    <a:srgbClr val="3176A1"/>
                  </a:solidFill>
                  <a:latin typeface="Bahnschrift" panose="020B0502040204020203" pitchFamily="34" charset="0"/>
                </a:rPr>
                <a:t>ЭТАПА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FC859E0D-38D8-47E4-A173-08659C61950E}"/>
                </a:ext>
              </a:extLst>
            </p:cNvPr>
            <p:cNvSpPr txBox="1"/>
            <p:nvPr/>
          </p:nvSpPr>
          <p:spPr>
            <a:xfrm>
              <a:off x="2253684" y="923258"/>
              <a:ext cx="716857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ndara" panose="020E0502030303020204" pitchFamily="34" charset="0"/>
                </a:rPr>
                <a:t>Описание этапа. Дайте короткое описание этому этапу, которое соответствует теме данного слайда</a:t>
              </a:r>
            </a:p>
          </p:txBody>
        </p:sp>
        <p:pic>
          <p:nvPicPr>
            <p:cNvPr id="123" name="Рисунок 122" descr="В яблочко контур">
              <a:extLst>
                <a:ext uri="{FF2B5EF4-FFF2-40B4-BE49-F238E27FC236}">
                  <a16:creationId xmlns:a16="http://schemas.microsoft.com/office/drawing/2014/main" id="{9764AE52-AD86-4281-8C92-44586A712B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9402961" y="988178"/>
              <a:ext cx="704207" cy="704207"/>
            </a:xfrm>
            <a:prstGeom prst="rect">
              <a:avLst/>
            </a:prstGeom>
          </p:spPr>
        </p:pic>
      </p:grpSp>
      <p:grpSp>
        <p:nvGrpSpPr>
          <p:cNvPr id="124" name="Группа 123">
            <a:extLst>
              <a:ext uri="{FF2B5EF4-FFF2-40B4-BE49-F238E27FC236}">
                <a16:creationId xmlns:a16="http://schemas.microsoft.com/office/drawing/2014/main" id="{C99FE1DA-5D09-4D0B-BD3A-1B90B3E6E7D4}"/>
              </a:ext>
            </a:extLst>
          </p:cNvPr>
          <p:cNvGrpSpPr/>
          <p:nvPr/>
        </p:nvGrpSpPr>
        <p:grpSpPr>
          <a:xfrm flipH="1">
            <a:off x="1561973" y="2030402"/>
            <a:ext cx="9042188" cy="1255402"/>
            <a:chOff x="1707084" y="783749"/>
            <a:chExt cx="9042188" cy="1255402"/>
          </a:xfrm>
        </p:grpSpPr>
        <p:sp>
          <p:nvSpPr>
            <p:cNvPr id="125" name="Полилиния: фигура 124">
              <a:extLst>
                <a:ext uri="{FF2B5EF4-FFF2-40B4-BE49-F238E27FC236}">
                  <a16:creationId xmlns:a16="http://schemas.microsoft.com/office/drawing/2014/main" id="{863D89D7-75FD-40DD-B36F-1F06A4018433}"/>
                </a:ext>
              </a:extLst>
            </p:cNvPr>
            <p:cNvSpPr/>
            <p:nvPr/>
          </p:nvSpPr>
          <p:spPr>
            <a:xfrm rot="10800000">
              <a:off x="1747528" y="989172"/>
              <a:ext cx="9001744" cy="994072"/>
            </a:xfrm>
            <a:custGeom>
              <a:avLst/>
              <a:gdLst>
                <a:gd name="connsiteX0" fmla="*/ 8494392 w 9001744"/>
                <a:gd name="connsiteY0" fmla="*/ 994072 h 994072"/>
                <a:gd name="connsiteX1" fmla="*/ 1960430 w 9001744"/>
                <a:gd name="connsiteY1" fmla="*/ 994072 h 994072"/>
                <a:gd name="connsiteX2" fmla="*/ 1878931 w 9001744"/>
                <a:gd name="connsiteY2" fmla="*/ 856489 h 994072"/>
                <a:gd name="connsiteX3" fmla="*/ 1118681 w 9001744"/>
                <a:gd name="connsiteY3" fmla="*/ 856489 h 994072"/>
                <a:gd name="connsiteX4" fmla="*/ 559341 w 9001744"/>
                <a:gd name="connsiteY4" fmla="*/ 856489 h 994072"/>
                <a:gd name="connsiteX5" fmla="*/ 0 w 9001744"/>
                <a:gd name="connsiteY5" fmla="*/ 856489 h 994072"/>
                <a:gd name="connsiteX6" fmla="*/ 507352 w 9001744"/>
                <a:gd name="connsiteY6" fmla="*/ 0 h 994072"/>
                <a:gd name="connsiteX7" fmla="*/ 1907525 w 9001744"/>
                <a:gd name="connsiteY7" fmla="*/ 0 h 994072"/>
                <a:gd name="connsiteX8" fmla="*/ 1907525 w 9001744"/>
                <a:gd name="connsiteY8" fmla="*/ 1 h 994072"/>
                <a:gd name="connsiteX9" fmla="*/ 1377106 w 9001744"/>
                <a:gd name="connsiteY9" fmla="*/ 1 h 994072"/>
                <a:gd name="connsiteX10" fmla="*/ 1458604 w 9001744"/>
                <a:gd name="connsiteY10" fmla="*/ 137583 h 994072"/>
                <a:gd name="connsiteX11" fmla="*/ 2012420 w 9001744"/>
                <a:gd name="connsiteY11" fmla="*/ 137583 h 994072"/>
                <a:gd name="connsiteX12" fmla="*/ 2571760 w 9001744"/>
                <a:gd name="connsiteY12" fmla="*/ 137583 h 994072"/>
                <a:gd name="connsiteX13" fmla="*/ 7883063 w 9001744"/>
                <a:gd name="connsiteY13" fmla="*/ 137583 h 994072"/>
                <a:gd name="connsiteX14" fmla="*/ 8442403 w 9001744"/>
                <a:gd name="connsiteY14" fmla="*/ 137583 h 994072"/>
                <a:gd name="connsiteX15" fmla="*/ 9001744 w 9001744"/>
                <a:gd name="connsiteY15" fmla="*/ 137583 h 994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001744" h="994072">
                  <a:moveTo>
                    <a:pt x="8494392" y="994072"/>
                  </a:moveTo>
                  <a:lnTo>
                    <a:pt x="1960430" y="994072"/>
                  </a:lnTo>
                  <a:lnTo>
                    <a:pt x="1878931" y="856489"/>
                  </a:lnTo>
                  <a:lnTo>
                    <a:pt x="1118681" y="856489"/>
                  </a:lnTo>
                  <a:lnTo>
                    <a:pt x="559341" y="856489"/>
                  </a:lnTo>
                  <a:lnTo>
                    <a:pt x="0" y="856489"/>
                  </a:lnTo>
                  <a:lnTo>
                    <a:pt x="507352" y="0"/>
                  </a:lnTo>
                  <a:lnTo>
                    <a:pt x="1907525" y="0"/>
                  </a:lnTo>
                  <a:lnTo>
                    <a:pt x="1907525" y="1"/>
                  </a:lnTo>
                  <a:lnTo>
                    <a:pt x="1377106" y="1"/>
                  </a:lnTo>
                  <a:lnTo>
                    <a:pt x="1458604" y="137583"/>
                  </a:lnTo>
                  <a:lnTo>
                    <a:pt x="2012420" y="137583"/>
                  </a:lnTo>
                  <a:lnTo>
                    <a:pt x="2571760" y="137583"/>
                  </a:lnTo>
                  <a:lnTo>
                    <a:pt x="7883063" y="137583"/>
                  </a:lnTo>
                  <a:lnTo>
                    <a:pt x="8442403" y="137583"/>
                  </a:lnTo>
                  <a:lnTo>
                    <a:pt x="9001744" y="137583"/>
                  </a:lnTo>
                  <a:close/>
                </a:path>
              </a:pathLst>
            </a:custGeom>
            <a:noFill/>
            <a:ln w="12700">
              <a:solidFill>
                <a:srgbClr val="EC530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 dirty="0"/>
            </a:p>
          </p:txBody>
        </p:sp>
        <p:sp>
          <p:nvSpPr>
            <p:cNvPr id="126" name="Полилиния: фигура 125">
              <a:extLst>
                <a:ext uri="{FF2B5EF4-FFF2-40B4-BE49-F238E27FC236}">
                  <a16:creationId xmlns:a16="http://schemas.microsoft.com/office/drawing/2014/main" id="{7B0B9926-382D-4DFE-8150-9E44CA372B18}"/>
                </a:ext>
              </a:extLst>
            </p:cNvPr>
            <p:cNvSpPr/>
            <p:nvPr/>
          </p:nvSpPr>
          <p:spPr>
            <a:xfrm rot="10800000">
              <a:off x="8801303" y="921332"/>
              <a:ext cx="1907525" cy="856489"/>
            </a:xfrm>
            <a:custGeom>
              <a:avLst/>
              <a:gdLst>
                <a:gd name="connsiteX0" fmla="*/ 1884457 w 1907525"/>
                <a:gd name="connsiteY0" fmla="*/ 856489 h 856489"/>
                <a:gd name="connsiteX1" fmla="*/ 1118681 w 1907525"/>
                <a:gd name="connsiteY1" fmla="*/ 856489 h 856489"/>
                <a:gd name="connsiteX2" fmla="*/ 559341 w 1907525"/>
                <a:gd name="connsiteY2" fmla="*/ 856489 h 856489"/>
                <a:gd name="connsiteX3" fmla="*/ 0 w 1907525"/>
                <a:gd name="connsiteY3" fmla="*/ 856489 h 856489"/>
                <a:gd name="connsiteX4" fmla="*/ 507352 w 1907525"/>
                <a:gd name="connsiteY4" fmla="*/ 0 h 856489"/>
                <a:gd name="connsiteX5" fmla="*/ 1907525 w 1907525"/>
                <a:gd name="connsiteY5" fmla="*/ 0 h 856489"/>
                <a:gd name="connsiteX6" fmla="*/ 1907525 w 1907525"/>
                <a:gd name="connsiteY6" fmla="*/ 1 h 856489"/>
                <a:gd name="connsiteX7" fmla="*/ 1377106 w 1907525"/>
                <a:gd name="connsiteY7" fmla="*/ 1 h 85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7525" h="856489">
                  <a:moveTo>
                    <a:pt x="1884457" y="856489"/>
                  </a:moveTo>
                  <a:lnTo>
                    <a:pt x="1118681" y="856489"/>
                  </a:lnTo>
                  <a:lnTo>
                    <a:pt x="559341" y="856489"/>
                  </a:lnTo>
                  <a:lnTo>
                    <a:pt x="0" y="856489"/>
                  </a:lnTo>
                  <a:lnTo>
                    <a:pt x="507352" y="0"/>
                  </a:lnTo>
                  <a:lnTo>
                    <a:pt x="1907525" y="0"/>
                  </a:lnTo>
                  <a:lnTo>
                    <a:pt x="1907525" y="1"/>
                  </a:lnTo>
                  <a:lnTo>
                    <a:pt x="1377106" y="1"/>
                  </a:lnTo>
                  <a:close/>
                </a:path>
              </a:pathLst>
            </a:custGeom>
            <a:solidFill>
              <a:srgbClr val="EC53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127" name="Полилиния: фигура 126">
              <a:extLst>
                <a:ext uri="{FF2B5EF4-FFF2-40B4-BE49-F238E27FC236}">
                  <a16:creationId xmlns:a16="http://schemas.microsoft.com/office/drawing/2014/main" id="{FD7647B7-3719-4C89-BCFB-628B2B2CCB7B}"/>
                </a:ext>
              </a:extLst>
            </p:cNvPr>
            <p:cNvSpPr/>
            <p:nvPr/>
          </p:nvSpPr>
          <p:spPr>
            <a:xfrm>
              <a:off x="1707084" y="783749"/>
              <a:ext cx="7548665" cy="856489"/>
            </a:xfrm>
            <a:custGeom>
              <a:avLst/>
              <a:gdLst>
                <a:gd name="connsiteX0" fmla="*/ 507352 w 7548665"/>
                <a:gd name="connsiteY0" fmla="*/ 0 h 856489"/>
                <a:gd name="connsiteX1" fmla="*/ 7041314 w 7548665"/>
                <a:gd name="connsiteY1" fmla="*/ 0 h 856489"/>
                <a:gd name="connsiteX2" fmla="*/ 7548665 w 7548665"/>
                <a:gd name="connsiteY2" fmla="*/ 856489 h 856489"/>
                <a:gd name="connsiteX3" fmla="*/ 6989324 w 7548665"/>
                <a:gd name="connsiteY3" fmla="*/ 856489 h 856489"/>
                <a:gd name="connsiteX4" fmla="*/ 6429984 w 7548665"/>
                <a:gd name="connsiteY4" fmla="*/ 856489 h 856489"/>
                <a:gd name="connsiteX5" fmla="*/ 1118681 w 7548665"/>
                <a:gd name="connsiteY5" fmla="*/ 856489 h 856489"/>
                <a:gd name="connsiteX6" fmla="*/ 559341 w 7548665"/>
                <a:gd name="connsiteY6" fmla="*/ 856489 h 856489"/>
                <a:gd name="connsiteX7" fmla="*/ 0 w 7548665"/>
                <a:gd name="connsiteY7" fmla="*/ 856489 h 85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48665" h="856489">
                  <a:moveTo>
                    <a:pt x="507352" y="0"/>
                  </a:moveTo>
                  <a:lnTo>
                    <a:pt x="7041314" y="0"/>
                  </a:lnTo>
                  <a:lnTo>
                    <a:pt x="7548665" y="856489"/>
                  </a:lnTo>
                  <a:lnTo>
                    <a:pt x="6989324" y="856489"/>
                  </a:lnTo>
                  <a:lnTo>
                    <a:pt x="6429984" y="856489"/>
                  </a:lnTo>
                  <a:lnTo>
                    <a:pt x="1118681" y="856489"/>
                  </a:lnTo>
                  <a:lnTo>
                    <a:pt x="559341" y="856489"/>
                  </a:lnTo>
                  <a:lnTo>
                    <a:pt x="0" y="856489"/>
                  </a:lnTo>
                  <a:close/>
                </a:path>
              </a:pathLst>
            </a:custGeom>
            <a:solidFill>
              <a:srgbClr val="F26321"/>
            </a:solidFill>
            <a:ln>
              <a:noFill/>
            </a:ln>
            <a:effectLst>
              <a:outerShdw blurRad="241300" dist="635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128" name="Полилиния: фигура 127">
              <a:extLst>
                <a:ext uri="{FF2B5EF4-FFF2-40B4-BE49-F238E27FC236}">
                  <a16:creationId xmlns:a16="http://schemas.microsoft.com/office/drawing/2014/main" id="{2CF4F24A-B56E-4BE6-A99E-4012E3AD3377}"/>
                </a:ext>
              </a:extLst>
            </p:cNvPr>
            <p:cNvSpPr/>
            <p:nvPr/>
          </p:nvSpPr>
          <p:spPr>
            <a:xfrm>
              <a:off x="1747527" y="1724669"/>
              <a:ext cx="3157847" cy="303772"/>
            </a:xfrm>
            <a:custGeom>
              <a:avLst/>
              <a:gdLst>
                <a:gd name="connsiteX0" fmla="*/ 143637 w 2008910"/>
                <a:gd name="connsiteY0" fmla="*/ 0 h 247649"/>
                <a:gd name="connsiteX1" fmla="*/ 2008910 w 2008910"/>
                <a:gd name="connsiteY1" fmla="*/ 0 h 247649"/>
                <a:gd name="connsiteX2" fmla="*/ 1865273 w 2008910"/>
                <a:gd name="connsiteY2" fmla="*/ 247649 h 247649"/>
                <a:gd name="connsiteX3" fmla="*/ 0 w 2008910"/>
                <a:gd name="connsiteY3" fmla="*/ 247649 h 247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8910" h="247649">
                  <a:moveTo>
                    <a:pt x="143637" y="0"/>
                  </a:moveTo>
                  <a:lnTo>
                    <a:pt x="2008910" y="0"/>
                  </a:lnTo>
                  <a:lnTo>
                    <a:pt x="1865273" y="247649"/>
                  </a:lnTo>
                  <a:lnTo>
                    <a:pt x="0" y="247649"/>
                  </a:lnTo>
                  <a:close/>
                </a:path>
              </a:pathLst>
            </a:custGeom>
            <a:solidFill>
              <a:srgbClr val="EC53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6FF87057-6727-4037-A3AB-D05521BF00D7}"/>
                </a:ext>
              </a:extLst>
            </p:cNvPr>
            <p:cNvSpPr txBox="1"/>
            <p:nvPr/>
          </p:nvSpPr>
          <p:spPr>
            <a:xfrm>
              <a:off x="2250050" y="1700597"/>
              <a:ext cx="29505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u-RU" sz="1600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НАЗВАНИЕ </a:t>
              </a:r>
              <a:r>
                <a:rPr lang="ru-RU" sz="1600" b="1" dirty="0">
                  <a:solidFill>
                    <a:srgbClr val="F6956A"/>
                  </a:solidFill>
                  <a:latin typeface="Bahnschrift" panose="020B0502040204020203" pitchFamily="34" charset="0"/>
                </a:rPr>
                <a:t>ЭТАПА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A1473F2E-D3F0-4261-8729-3926846AED34}"/>
                </a:ext>
              </a:extLst>
            </p:cNvPr>
            <p:cNvSpPr txBox="1"/>
            <p:nvPr/>
          </p:nvSpPr>
          <p:spPr>
            <a:xfrm>
              <a:off x="2250050" y="945184"/>
              <a:ext cx="716857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u-RU" sz="1600" dirty="0">
                  <a:solidFill>
                    <a:schemeClr val="bg1"/>
                  </a:solidFill>
                  <a:latin typeface="Candara" panose="020E0502030303020204" pitchFamily="34" charset="0"/>
                </a:rPr>
                <a:t>Описание этапа. Дайте короткое описание этому этапу, которое соответствует теме данного слайда</a:t>
              </a:r>
            </a:p>
          </p:txBody>
        </p:sp>
        <p:pic>
          <p:nvPicPr>
            <p:cNvPr id="131" name="Рисунок 130" descr="Книги контур">
              <a:extLst>
                <a:ext uri="{FF2B5EF4-FFF2-40B4-BE49-F238E27FC236}">
                  <a16:creationId xmlns:a16="http://schemas.microsoft.com/office/drawing/2014/main" id="{ECF198F7-5693-49A4-86FB-F8D8EED843E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9459073" y="1017185"/>
              <a:ext cx="653541" cy="6535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13151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FE3B71C-3254-4B02-9C29-1CCA257EB5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F253FB27-7667-409B-9282-8C39214F3F7D}"/>
              </a:ext>
            </a:extLst>
          </p:cNvPr>
          <p:cNvGrpSpPr/>
          <p:nvPr/>
        </p:nvGrpSpPr>
        <p:grpSpPr>
          <a:xfrm>
            <a:off x="1561973" y="454132"/>
            <a:ext cx="9042188" cy="1255402"/>
            <a:chOff x="1707084" y="783749"/>
            <a:chExt cx="9042188" cy="1255402"/>
          </a:xfrm>
        </p:grpSpPr>
        <p:sp>
          <p:nvSpPr>
            <p:cNvPr id="57" name="Полилиния: фигура 56">
              <a:extLst>
                <a:ext uri="{FF2B5EF4-FFF2-40B4-BE49-F238E27FC236}">
                  <a16:creationId xmlns:a16="http://schemas.microsoft.com/office/drawing/2014/main" id="{EEFCC776-D3FB-436B-8A1E-E38E56224F38}"/>
                </a:ext>
              </a:extLst>
            </p:cNvPr>
            <p:cNvSpPr/>
            <p:nvPr/>
          </p:nvSpPr>
          <p:spPr>
            <a:xfrm rot="10800000">
              <a:off x="1747528" y="989172"/>
              <a:ext cx="9001744" cy="994072"/>
            </a:xfrm>
            <a:custGeom>
              <a:avLst/>
              <a:gdLst>
                <a:gd name="connsiteX0" fmla="*/ 8494392 w 9001744"/>
                <a:gd name="connsiteY0" fmla="*/ 994072 h 994072"/>
                <a:gd name="connsiteX1" fmla="*/ 1960430 w 9001744"/>
                <a:gd name="connsiteY1" fmla="*/ 994072 h 994072"/>
                <a:gd name="connsiteX2" fmla="*/ 1878931 w 9001744"/>
                <a:gd name="connsiteY2" fmla="*/ 856489 h 994072"/>
                <a:gd name="connsiteX3" fmla="*/ 1118681 w 9001744"/>
                <a:gd name="connsiteY3" fmla="*/ 856489 h 994072"/>
                <a:gd name="connsiteX4" fmla="*/ 559341 w 9001744"/>
                <a:gd name="connsiteY4" fmla="*/ 856489 h 994072"/>
                <a:gd name="connsiteX5" fmla="*/ 0 w 9001744"/>
                <a:gd name="connsiteY5" fmla="*/ 856489 h 994072"/>
                <a:gd name="connsiteX6" fmla="*/ 507352 w 9001744"/>
                <a:gd name="connsiteY6" fmla="*/ 0 h 994072"/>
                <a:gd name="connsiteX7" fmla="*/ 1907525 w 9001744"/>
                <a:gd name="connsiteY7" fmla="*/ 0 h 994072"/>
                <a:gd name="connsiteX8" fmla="*/ 1907525 w 9001744"/>
                <a:gd name="connsiteY8" fmla="*/ 1 h 994072"/>
                <a:gd name="connsiteX9" fmla="*/ 1377106 w 9001744"/>
                <a:gd name="connsiteY9" fmla="*/ 1 h 994072"/>
                <a:gd name="connsiteX10" fmla="*/ 1458604 w 9001744"/>
                <a:gd name="connsiteY10" fmla="*/ 137583 h 994072"/>
                <a:gd name="connsiteX11" fmla="*/ 2012420 w 9001744"/>
                <a:gd name="connsiteY11" fmla="*/ 137583 h 994072"/>
                <a:gd name="connsiteX12" fmla="*/ 2571760 w 9001744"/>
                <a:gd name="connsiteY12" fmla="*/ 137583 h 994072"/>
                <a:gd name="connsiteX13" fmla="*/ 7883063 w 9001744"/>
                <a:gd name="connsiteY13" fmla="*/ 137583 h 994072"/>
                <a:gd name="connsiteX14" fmla="*/ 8442403 w 9001744"/>
                <a:gd name="connsiteY14" fmla="*/ 137583 h 994072"/>
                <a:gd name="connsiteX15" fmla="*/ 9001744 w 9001744"/>
                <a:gd name="connsiteY15" fmla="*/ 137583 h 994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001744" h="994072">
                  <a:moveTo>
                    <a:pt x="8494392" y="994072"/>
                  </a:moveTo>
                  <a:lnTo>
                    <a:pt x="1960430" y="994072"/>
                  </a:lnTo>
                  <a:lnTo>
                    <a:pt x="1878931" y="856489"/>
                  </a:lnTo>
                  <a:lnTo>
                    <a:pt x="1118681" y="856489"/>
                  </a:lnTo>
                  <a:lnTo>
                    <a:pt x="559341" y="856489"/>
                  </a:lnTo>
                  <a:lnTo>
                    <a:pt x="0" y="856489"/>
                  </a:lnTo>
                  <a:lnTo>
                    <a:pt x="507352" y="0"/>
                  </a:lnTo>
                  <a:lnTo>
                    <a:pt x="1907525" y="0"/>
                  </a:lnTo>
                  <a:lnTo>
                    <a:pt x="1907525" y="1"/>
                  </a:lnTo>
                  <a:lnTo>
                    <a:pt x="1377106" y="1"/>
                  </a:lnTo>
                  <a:lnTo>
                    <a:pt x="1458604" y="137583"/>
                  </a:lnTo>
                  <a:lnTo>
                    <a:pt x="2012420" y="137583"/>
                  </a:lnTo>
                  <a:lnTo>
                    <a:pt x="2571760" y="137583"/>
                  </a:lnTo>
                  <a:lnTo>
                    <a:pt x="7883063" y="137583"/>
                  </a:lnTo>
                  <a:lnTo>
                    <a:pt x="8442403" y="137583"/>
                  </a:lnTo>
                  <a:lnTo>
                    <a:pt x="9001744" y="137583"/>
                  </a:lnTo>
                  <a:close/>
                </a:path>
              </a:pathLst>
            </a:custGeom>
            <a:noFill/>
            <a:ln w="12700">
              <a:solidFill>
                <a:srgbClr val="C5161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 dirty="0"/>
            </a:p>
          </p:txBody>
        </p:sp>
        <p:sp>
          <p:nvSpPr>
            <p:cNvPr id="54" name="Полилиния: фигура 53">
              <a:extLst>
                <a:ext uri="{FF2B5EF4-FFF2-40B4-BE49-F238E27FC236}">
                  <a16:creationId xmlns:a16="http://schemas.microsoft.com/office/drawing/2014/main" id="{5DA21C08-F0D7-4FFB-9C97-1CCD07A2A4E3}"/>
                </a:ext>
              </a:extLst>
            </p:cNvPr>
            <p:cNvSpPr/>
            <p:nvPr/>
          </p:nvSpPr>
          <p:spPr>
            <a:xfrm rot="10800000">
              <a:off x="8801303" y="921332"/>
              <a:ext cx="1907525" cy="856489"/>
            </a:xfrm>
            <a:custGeom>
              <a:avLst/>
              <a:gdLst>
                <a:gd name="connsiteX0" fmla="*/ 1884457 w 1907525"/>
                <a:gd name="connsiteY0" fmla="*/ 856489 h 856489"/>
                <a:gd name="connsiteX1" fmla="*/ 1118681 w 1907525"/>
                <a:gd name="connsiteY1" fmla="*/ 856489 h 856489"/>
                <a:gd name="connsiteX2" fmla="*/ 559341 w 1907525"/>
                <a:gd name="connsiteY2" fmla="*/ 856489 h 856489"/>
                <a:gd name="connsiteX3" fmla="*/ 0 w 1907525"/>
                <a:gd name="connsiteY3" fmla="*/ 856489 h 856489"/>
                <a:gd name="connsiteX4" fmla="*/ 507352 w 1907525"/>
                <a:gd name="connsiteY4" fmla="*/ 0 h 856489"/>
                <a:gd name="connsiteX5" fmla="*/ 1907525 w 1907525"/>
                <a:gd name="connsiteY5" fmla="*/ 0 h 856489"/>
                <a:gd name="connsiteX6" fmla="*/ 1907525 w 1907525"/>
                <a:gd name="connsiteY6" fmla="*/ 1 h 856489"/>
                <a:gd name="connsiteX7" fmla="*/ 1377106 w 1907525"/>
                <a:gd name="connsiteY7" fmla="*/ 1 h 85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7525" h="856489">
                  <a:moveTo>
                    <a:pt x="1884457" y="856489"/>
                  </a:moveTo>
                  <a:lnTo>
                    <a:pt x="1118681" y="856489"/>
                  </a:lnTo>
                  <a:lnTo>
                    <a:pt x="559341" y="856489"/>
                  </a:lnTo>
                  <a:lnTo>
                    <a:pt x="0" y="856489"/>
                  </a:lnTo>
                  <a:lnTo>
                    <a:pt x="507352" y="0"/>
                  </a:lnTo>
                  <a:lnTo>
                    <a:pt x="1907525" y="0"/>
                  </a:lnTo>
                  <a:lnTo>
                    <a:pt x="1907525" y="1"/>
                  </a:lnTo>
                  <a:lnTo>
                    <a:pt x="1377106" y="1"/>
                  </a:lnTo>
                  <a:close/>
                </a:path>
              </a:pathLst>
            </a:custGeom>
            <a:solidFill>
              <a:srgbClr val="B414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47" name="Полилиния: фигура 46">
              <a:extLst>
                <a:ext uri="{FF2B5EF4-FFF2-40B4-BE49-F238E27FC236}">
                  <a16:creationId xmlns:a16="http://schemas.microsoft.com/office/drawing/2014/main" id="{8D70E0A7-AEFE-4545-9938-0A084381BF77}"/>
                </a:ext>
              </a:extLst>
            </p:cNvPr>
            <p:cNvSpPr/>
            <p:nvPr/>
          </p:nvSpPr>
          <p:spPr>
            <a:xfrm>
              <a:off x="1707084" y="783749"/>
              <a:ext cx="7548665" cy="856489"/>
            </a:xfrm>
            <a:custGeom>
              <a:avLst/>
              <a:gdLst>
                <a:gd name="connsiteX0" fmla="*/ 507352 w 7548665"/>
                <a:gd name="connsiteY0" fmla="*/ 0 h 856489"/>
                <a:gd name="connsiteX1" fmla="*/ 7041314 w 7548665"/>
                <a:gd name="connsiteY1" fmla="*/ 0 h 856489"/>
                <a:gd name="connsiteX2" fmla="*/ 7548665 w 7548665"/>
                <a:gd name="connsiteY2" fmla="*/ 856489 h 856489"/>
                <a:gd name="connsiteX3" fmla="*/ 6989324 w 7548665"/>
                <a:gd name="connsiteY3" fmla="*/ 856489 h 856489"/>
                <a:gd name="connsiteX4" fmla="*/ 6429984 w 7548665"/>
                <a:gd name="connsiteY4" fmla="*/ 856489 h 856489"/>
                <a:gd name="connsiteX5" fmla="*/ 1118681 w 7548665"/>
                <a:gd name="connsiteY5" fmla="*/ 856489 h 856489"/>
                <a:gd name="connsiteX6" fmla="*/ 559341 w 7548665"/>
                <a:gd name="connsiteY6" fmla="*/ 856489 h 856489"/>
                <a:gd name="connsiteX7" fmla="*/ 0 w 7548665"/>
                <a:gd name="connsiteY7" fmla="*/ 856489 h 85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48665" h="856489">
                  <a:moveTo>
                    <a:pt x="507352" y="0"/>
                  </a:moveTo>
                  <a:lnTo>
                    <a:pt x="7041314" y="0"/>
                  </a:lnTo>
                  <a:lnTo>
                    <a:pt x="7548665" y="856489"/>
                  </a:lnTo>
                  <a:lnTo>
                    <a:pt x="6989324" y="856489"/>
                  </a:lnTo>
                  <a:lnTo>
                    <a:pt x="6429984" y="856489"/>
                  </a:lnTo>
                  <a:lnTo>
                    <a:pt x="1118681" y="856489"/>
                  </a:lnTo>
                  <a:lnTo>
                    <a:pt x="559341" y="856489"/>
                  </a:lnTo>
                  <a:lnTo>
                    <a:pt x="0" y="856489"/>
                  </a:lnTo>
                  <a:close/>
                </a:path>
              </a:pathLst>
            </a:custGeom>
            <a:solidFill>
              <a:srgbClr val="C5161D"/>
            </a:solidFill>
            <a:ln>
              <a:noFill/>
            </a:ln>
            <a:effectLst>
              <a:outerShdw blurRad="241300" dist="635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 dirty="0"/>
            </a:p>
          </p:txBody>
        </p:sp>
        <p:sp>
          <p:nvSpPr>
            <p:cNvPr id="66" name="Полилиния: фигура 65">
              <a:extLst>
                <a:ext uri="{FF2B5EF4-FFF2-40B4-BE49-F238E27FC236}">
                  <a16:creationId xmlns:a16="http://schemas.microsoft.com/office/drawing/2014/main" id="{76B4AC5A-6BB9-4A1A-9479-C79DE29A5F18}"/>
                </a:ext>
              </a:extLst>
            </p:cNvPr>
            <p:cNvSpPr/>
            <p:nvPr/>
          </p:nvSpPr>
          <p:spPr>
            <a:xfrm>
              <a:off x="1747527" y="1724669"/>
              <a:ext cx="3157847" cy="303772"/>
            </a:xfrm>
            <a:custGeom>
              <a:avLst/>
              <a:gdLst>
                <a:gd name="connsiteX0" fmla="*/ 143637 w 2008910"/>
                <a:gd name="connsiteY0" fmla="*/ 0 h 247649"/>
                <a:gd name="connsiteX1" fmla="*/ 2008910 w 2008910"/>
                <a:gd name="connsiteY1" fmla="*/ 0 h 247649"/>
                <a:gd name="connsiteX2" fmla="*/ 1865273 w 2008910"/>
                <a:gd name="connsiteY2" fmla="*/ 247649 h 247649"/>
                <a:gd name="connsiteX3" fmla="*/ 0 w 2008910"/>
                <a:gd name="connsiteY3" fmla="*/ 247649 h 247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8910" h="247649">
                  <a:moveTo>
                    <a:pt x="143637" y="0"/>
                  </a:moveTo>
                  <a:lnTo>
                    <a:pt x="2008910" y="0"/>
                  </a:lnTo>
                  <a:lnTo>
                    <a:pt x="1865273" y="247649"/>
                  </a:lnTo>
                  <a:lnTo>
                    <a:pt x="0" y="247649"/>
                  </a:lnTo>
                  <a:close/>
                </a:path>
              </a:pathLst>
            </a:custGeom>
            <a:solidFill>
              <a:srgbClr val="B414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BB7FA17-10B9-4262-AC78-67D7E164EB1B}"/>
                </a:ext>
              </a:extLst>
            </p:cNvPr>
            <p:cNvSpPr txBox="1"/>
            <p:nvPr/>
          </p:nvSpPr>
          <p:spPr>
            <a:xfrm>
              <a:off x="2250050" y="1700597"/>
              <a:ext cx="29505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НАЗВАНИЕ </a:t>
              </a:r>
              <a:r>
                <a:rPr lang="ru-RU" sz="1600" b="1" dirty="0">
                  <a:solidFill>
                    <a:srgbClr val="E9373F"/>
                  </a:solidFill>
                  <a:latin typeface="Bahnschrift" panose="020B0502040204020203" pitchFamily="34" charset="0"/>
                </a:rPr>
                <a:t>ЭТАПА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3DF4942-DA8F-45CB-B496-615FE04DCC28}"/>
                </a:ext>
              </a:extLst>
            </p:cNvPr>
            <p:cNvSpPr txBox="1"/>
            <p:nvPr/>
          </p:nvSpPr>
          <p:spPr>
            <a:xfrm>
              <a:off x="2253684" y="923258"/>
              <a:ext cx="716857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ndara" panose="020E0502030303020204" pitchFamily="34" charset="0"/>
                </a:rPr>
                <a:t>Описание этапа. Дайте короткое описание этому этапу, которое соответствует теме данного слайда</a:t>
              </a:r>
            </a:p>
          </p:txBody>
        </p:sp>
        <p:pic>
          <p:nvPicPr>
            <p:cNvPr id="27" name="Рисунок 26" descr="Лампочка и шестеренка контур">
              <a:extLst>
                <a:ext uri="{FF2B5EF4-FFF2-40B4-BE49-F238E27FC236}">
                  <a16:creationId xmlns:a16="http://schemas.microsoft.com/office/drawing/2014/main" id="{97398E04-DF6D-4629-978E-E2226FCB4D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02961" y="988178"/>
              <a:ext cx="704207" cy="704207"/>
            </a:xfrm>
            <a:prstGeom prst="rect">
              <a:avLst/>
            </a:prstGeom>
          </p:spPr>
        </p:pic>
      </p:grpSp>
      <p:grpSp>
        <p:nvGrpSpPr>
          <p:cNvPr id="76" name="Группа 75">
            <a:extLst>
              <a:ext uri="{FF2B5EF4-FFF2-40B4-BE49-F238E27FC236}">
                <a16:creationId xmlns:a16="http://schemas.microsoft.com/office/drawing/2014/main" id="{1770AAA0-7865-4DC2-90D4-3138753CB4D8}"/>
              </a:ext>
            </a:extLst>
          </p:cNvPr>
          <p:cNvGrpSpPr/>
          <p:nvPr/>
        </p:nvGrpSpPr>
        <p:grpSpPr>
          <a:xfrm flipH="1">
            <a:off x="1561973" y="5182941"/>
            <a:ext cx="9042188" cy="1255402"/>
            <a:chOff x="1707084" y="783749"/>
            <a:chExt cx="9042188" cy="1255402"/>
          </a:xfrm>
        </p:grpSpPr>
        <p:sp>
          <p:nvSpPr>
            <p:cNvPr id="84" name="Полилиния: фигура 83">
              <a:extLst>
                <a:ext uri="{FF2B5EF4-FFF2-40B4-BE49-F238E27FC236}">
                  <a16:creationId xmlns:a16="http://schemas.microsoft.com/office/drawing/2014/main" id="{5AC0AE3A-220F-4719-BDA6-480FE1866472}"/>
                </a:ext>
              </a:extLst>
            </p:cNvPr>
            <p:cNvSpPr/>
            <p:nvPr/>
          </p:nvSpPr>
          <p:spPr>
            <a:xfrm rot="10800000">
              <a:off x="1747528" y="989172"/>
              <a:ext cx="9001744" cy="994072"/>
            </a:xfrm>
            <a:custGeom>
              <a:avLst/>
              <a:gdLst>
                <a:gd name="connsiteX0" fmla="*/ 8494392 w 9001744"/>
                <a:gd name="connsiteY0" fmla="*/ 994072 h 994072"/>
                <a:gd name="connsiteX1" fmla="*/ 1960430 w 9001744"/>
                <a:gd name="connsiteY1" fmla="*/ 994072 h 994072"/>
                <a:gd name="connsiteX2" fmla="*/ 1878931 w 9001744"/>
                <a:gd name="connsiteY2" fmla="*/ 856489 h 994072"/>
                <a:gd name="connsiteX3" fmla="*/ 1118681 w 9001744"/>
                <a:gd name="connsiteY3" fmla="*/ 856489 h 994072"/>
                <a:gd name="connsiteX4" fmla="*/ 559341 w 9001744"/>
                <a:gd name="connsiteY4" fmla="*/ 856489 h 994072"/>
                <a:gd name="connsiteX5" fmla="*/ 0 w 9001744"/>
                <a:gd name="connsiteY5" fmla="*/ 856489 h 994072"/>
                <a:gd name="connsiteX6" fmla="*/ 507352 w 9001744"/>
                <a:gd name="connsiteY6" fmla="*/ 0 h 994072"/>
                <a:gd name="connsiteX7" fmla="*/ 1907525 w 9001744"/>
                <a:gd name="connsiteY7" fmla="*/ 0 h 994072"/>
                <a:gd name="connsiteX8" fmla="*/ 1907525 w 9001744"/>
                <a:gd name="connsiteY8" fmla="*/ 1 h 994072"/>
                <a:gd name="connsiteX9" fmla="*/ 1377106 w 9001744"/>
                <a:gd name="connsiteY9" fmla="*/ 1 h 994072"/>
                <a:gd name="connsiteX10" fmla="*/ 1458604 w 9001744"/>
                <a:gd name="connsiteY10" fmla="*/ 137583 h 994072"/>
                <a:gd name="connsiteX11" fmla="*/ 2012420 w 9001744"/>
                <a:gd name="connsiteY11" fmla="*/ 137583 h 994072"/>
                <a:gd name="connsiteX12" fmla="*/ 2571760 w 9001744"/>
                <a:gd name="connsiteY12" fmla="*/ 137583 h 994072"/>
                <a:gd name="connsiteX13" fmla="*/ 7883063 w 9001744"/>
                <a:gd name="connsiteY13" fmla="*/ 137583 h 994072"/>
                <a:gd name="connsiteX14" fmla="*/ 8442403 w 9001744"/>
                <a:gd name="connsiteY14" fmla="*/ 137583 h 994072"/>
                <a:gd name="connsiteX15" fmla="*/ 9001744 w 9001744"/>
                <a:gd name="connsiteY15" fmla="*/ 137583 h 994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001744" h="994072">
                  <a:moveTo>
                    <a:pt x="8494392" y="994072"/>
                  </a:moveTo>
                  <a:lnTo>
                    <a:pt x="1960430" y="994072"/>
                  </a:lnTo>
                  <a:lnTo>
                    <a:pt x="1878931" y="856489"/>
                  </a:lnTo>
                  <a:lnTo>
                    <a:pt x="1118681" y="856489"/>
                  </a:lnTo>
                  <a:lnTo>
                    <a:pt x="559341" y="856489"/>
                  </a:lnTo>
                  <a:lnTo>
                    <a:pt x="0" y="856489"/>
                  </a:lnTo>
                  <a:lnTo>
                    <a:pt x="507352" y="0"/>
                  </a:lnTo>
                  <a:lnTo>
                    <a:pt x="1907525" y="0"/>
                  </a:lnTo>
                  <a:lnTo>
                    <a:pt x="1907525" y="1"/>
                  </a:lnTo>
                  <a:lnTo>
                    <a:pt x="1377106" y="1"/>
                  </a:lnTo>
                  <a:lnTo>
                    <a:pt x="1458604" y="137583"/>
                  </a:lnTo>
                  <a:lnTo>
                    <a:pt x="2012420" y="137583"/>
                  </a:lnTo>
                  <a:lnTo>
                    <a:pt x="2571760" y="137583"/>
                  </a:lnTo>
                  <a:lnTo>
                    <a:pt x="7883063" y="137583"/>
                  </a:lnTo>
                  <a:lnTo>
                    <a:pt x="8442403" y="137583"/>
                  </a:lnTo>
                  <a:lnTo>
                    <a:pt x="9001744" y="137583"/>
                  </a:lnTo>
                  <a:close/>
                </a:path>
              </a:pathLst>
            </a:custGeom>
            <a:noFill/>
            <a:ln w="12700">
              <a:solidFill>
                <a:srgbClr val="025E5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 dirty="0"/>
            </a:p>
          </p:txBody>
        </p:sp>
        <p:sp>
          <p:nvSpPr>
            <p:cNvPr id="85" name="Полилиния: фигура 84">
              <a:extLst>
                <a:ext uri="{FF2B5EF4-FFF2-40B4-BE49-F238E27FC236}">
                  <a16:creationId xmlns:a16="http://schemas.microsoft.com/office/drawing/2014/main" id="{2DAB148E-237E-42BE-996D-8C7EDBA3BC67}"/>
                </a:ext>
              </a:extLst>
            </p:cNvPr>
            <p:cNvSpPr/>
            <p:nvPr/>
          </p:nvSpPr>
          <p:spPr>
            <a:xfrm rot="10800000">
              <a:off x="8801303" y="921332"/>
              <a:ext cx="1907525" cy="856489"/>
            </a:xfrm>
            <a:custGeom>
              <a:avLst/>
              <a:gdLst>
                <a:gd name="connsiteX0" fmla="*/ 1884457 w 1907525"/>
                <a:gd name="connsiteY0" fmla="*/ 856489 h 856489"/>
                <a:gd name="connsiteX1" fmla="*/ 1118681 w 1907525"/>
                <a:gd name="connsiteY1" fmla="*/ 856489 h 856489"/>
                <a:gd name="connsiteX2" fmla="*/ 559341 w 1907525"/>
                <a:gd name="connsiteY2" fmla="*/ 856489 h 856489"/>
                <a:gd name="connsiteX3" fmla="*/ 0 w 1907525"/>
                <a:gd name="connsiteY3" fmla="*/ 856489 h 856489"/>
                <a:gd name="connsiteX4" fmla="*/ 507352 w 1907525"/>
                <a:gd name="connsiteY4" fmla="*/ 0 h 856489"/>
                <a:gd name="connsiteX5" fmla="*/ 1907525 w 1907525"/>
                <a:gd name="connsiteY5" fmla="*/ 0 h 856489"/>
                <a:gd name="connsiteX6" fmla="*/ 1907525 w 1907525"/>
                <a:gd name="connsiteY6" fmla="*/ 1 h 856489"/>
                <a:gd name="connsiteX7" fmla="*/ 1377106 w 1907525"/>
                <a:gd name="connsiteY7" fmla="*/ 1 h 85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7525" h="856489">
                  <a:moveTo>
                    <a:pt x="1884457" y="856489"/>
                  </a:moveTo>
                  <a:lnTo>
                    <a:pt x="1118681" y="856489"/>
                  </a:lnTo>
                  <a:lnTo>
                    <a:pt x="559341" y="856489"/>
                  </a:lnTo>
                  <a:lnTo>
                    <a:pt x="0" y="856489"/>
                  </a:lnTo>
                  <a:lnTo>
                    <a:pt x="507352" y="0"/>
                  </a:lnTo>
                  <a:lnTo>
                    <a:pt x="1907525" y="0"/>
                  </a:lnTo>
                  <a:lnTo>
                    <a:pt x="1907525" y="1"/>
                  </a:lnTo>
                  <a:lnTo>
                    <a:pt x="1377106" y="1"/>
                  </a:lnTo>
                  <a:close/>
                </a:path>
              </a:pathLst>
            </a:custGeom>
            <a:solidFill>
              <a:srgbClr val="2777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88" name="Полилиния: фигура 87">
              <a:extLst>
                <a:ext uri="{FF2B5EF4-FFF2-40B4-BE49-F238E27FC236}">
                  <a16:creationId xmlns:a16="http://schemas.microsoft.com/office/drawing/2014/main" id="{A4B5ADB6-E02F-4348-9914-3912865BB9E2}"/>
                </a:ext>
              </a:extLst>
            </p:cNvPr>
            <p:cNvSpPr/>
            <p:nvPr/>
          </p:nvSpPr>
          <p:spPr>
            <a:xfrm>
              <a:off x="1707084" y="783749"/>
              <a:ext cx="7548665" cy="856489"/>
            </a:xfrm>
            <a:custGeom>
              <a:avLst/>
              <a:gdLst>
                <a:gd name="connsiteX0" fmla="*/ 507352 w 7548665"/>
                <a:gd name="connsiteY0" fmla="*/ 0 h 856489"/>
                <a:gd name="connsiteX1" fmla="*/ 7041314 w 7548665"/>
                <a:gd name="connsiteY1" fmla="*/ 0 h 856489"/>
                <a:gd name="connsiteX2" fmla="*/ 7548665 w 7548665"/>
                <a:gd name="connsiteY2" fmla="*/ 856489 h 856489"/>
                <a:gd name="connsiteX3" fmla="*/ 6989324 w 7548665"/>
                <a:gd name="connsiteY3" fmla="*/ 856489 h 856489"/>
                <a:gd name="connsiteX4" fmla="*/ 6429984 w 7548665"/>
                <a:gd name="connsiteY4" fmla="*/ 856489 h 856489"/>
                <a:gd name="connsiteX5" fmla="*/ 1118681 w 7548665"/>
                <a:gd name="connsiteY5" fmla="*/ 856489 h 856489"/>
                <a:gd name="connsiteX6" fmla="*/ 559341 w 7548665"/>
                <a:gd name="connsiteY6" fmla="*/ 856489 h 856489"/>
                <a:gd name="connsiteX7" fmla="*/ 0 w 7548665"/>
                <a:gd name="connsiteY7" fmla="*/ 856489 h 85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48665" h="856489">
                  <a:moveTo>
                    <a:pt x="507352" y="0"/>
                  </a:moveTo>
                  <a:lnTo>
                    <a:pt x="7041314" y="0"/>
                  </a:lnTo>
                  <a:lnTo>
                    <a:pt x="7548665" y="856489"/>
                  </a:lnTo>
                  <a:lnTo>
                    <a:pt x="6989324" y="856489"/>
                  </a:lnTo>
                  <a:lnTo>
                    <a:pt x="6429984" y="856489"/>
                  </a:lnTo>
                  <a:lnTo>
                    <a:pt x="1118681" y="856489"/>
                  </a:lnTo>
                  <a:lnTo>
                    <a:pt x="559341" y="856489"/>
                  </a:lnTo>
                  <a:lnTo>
                    <a:pt x="0" y="856489"/>
                  </a:lnTo>
                  <a:close/>
                </a:path>
              </a:pathLst>
            </a:custGeom>
            <a:solidFill>
              <a:srgbClr val="2D8879"/>
            </a:solidFill>
            <a:ln>
              <a:noFill/>
            </a:ln>
            <a:effectLst>
              <a:outerShdw blurRad="241300" dist="635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89" name="Полилиния: фигура 88">
              <a:extLst>
                <a:ext uri="{FF2B5EF4-FFF2-40B4-BE49-F238E27FC236}">
                  <a16:creationId xmlns:a16="http://schemas.microsoft.com/office/drawing/2014/main" id="{5C393059-80BF-463A-92FE-FA5F016C5543}"/>
                </a:ext>
              </a:extLst>
            </p:cNvPr>
            <p:cNvSpPr/>
            <p:nvPr/>
          </p:nvSpPr>
          <p:spPr>
            <a:xfrm>
              <a:off x="1747527" y="1724669"/>
              <a:ext cx="3157847" cy="303772"/>
            </a:xfrm>
            <a:custGeom>
              <a:avLst/>
              <a:gdLst>
                <a:gd name="connsiteX0" fmla="*/ 143637 w 2008910"/>
                <a:gd name="connsiteY0" fmla="*/ 0 h 247649"/>
                <a:gd name="connsiteX1" fmla="*/ 2008910 w 2008910"/>
                <a:gd name="connsiteY1" fmla="*/ 0 h 247649"/>
                <a:gd name="connsiteX2" fmla="*/ 1865273 w 2008910"/>
                <a:gd name="connsiteY2" fmla="*/ 247649 h 247649"/>
                <a:gd name="connsiteX3" fmla="*/ 0 w 2008910"/>
                <a:gd name="connsiteY3" fmla="*/ 247649 h 247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8910" h="247649">
                  <a:moveTo>
                    <a:pt x="143637" y="0"/>
                  </a:moveTo>
                  <a:lnTo>
                    <a:pt x="2008910" y="0"/>
                  </a:lnTo>
                  <a:lnTo>
                    <a:pt x="1865273" y="247649"/>
                  </a:lnTo>
                  <a:lnTo>
                    <a:pt x="0" y="247649"/>
                  </a:lnTo>
                  <a:close/>
                </a:path>
              </a:pathLst>
            </a:custGeom>
            <a:solidFill>
              <a:srgbClr val="2777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06101CD1-47D0-461D-9880-473D0CA23FBA}"/>
                </a:ext>
              </a:extLst>
            </p:cNvPr>
            <p:cNvSpPr txBox="1"/>
            <p:nvPr/>
          </p:nvSpPr>
          <p:spPr>
            <a:xfrm>
              <a:off x="2250050" y="1700597"/>
              <a:ext cx="29505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u-RU" sz="1600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НАЗВАНИЕ </a:t>
              </a:r>
              <a:r>
                <a:rPr lang="ru-RU" sz="1600" b="1" dirty="0">
                  <a:solidFill>
                    <a:srgbClr val="3AB09C"/>
                  </a:solidFill>
                  <a:latin typeface="Bahnschrift" panose="020B0502040204020203" pitchFamily="34" charset="0"/>
                </a:rPr>
                <a:t>ЭТАПА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A05A155C-62BB-4AD5-99D6-ADCD8BA02BFD}"/>
                </a:ext>
              </a:extLst>
            </p:cNvPr>
            <p:cNvSpPr txBox="1"/>
            <p:nvPr/>
          </p:nvSpPr>
          <p:spPr>
            <a:xfrm>
              <a:off x="2250050" y="945184"/>
              <a:ext cx="716857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u-RU" sz="1600" dirty="0">
                  <a:solidFill>
                    <a:schemeClr val="bg1"/>
                  </a:solidFill>
                  <a:latin typeface="Candara" panose="020E0502030303020204" pitchFamily="34" charset="0"/>
                </a:rPr>
                <a:t>Описание этапа. Дайте короткое описание этому этапу, которое соответствует теме данного слайда</a:t>
              </a:r>
            </a:p>
          </p:txBody>
        </p:sp>
        <p:pic>
          <p:nvPicPr>
            <p:cNvPr id="96" name="Рисунок 95" descr="Круговая блок-схема контур">
              <a:extLst>
                <a:ext uri="{FF2B5EF4-FFF2-40B4-BE49-F238E27FC236}">
                  <a16:creationId xmlns:a16="http://schemas.microsoft.com/office/drawing/2014/main" id="{03084669-DC9E-4E78-A92C-35CA3B0DDF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9459073" y="1017185"/>
              <a:ext cx="653541" cy="653541"/>
            </a:xfrm>
            <a:prstGeom prst="rect">
              <a:avLst/>
            </a:prstGeom>
          </p:spPr>
        </p:pic>
      </p:grpSp>
      <p:grpSp>
        <p:nvGrpSpPr>
          <p:cNvPr id="115" name="Группа 114">
            <a:extLst>
              <a:ext uri="{FF2B5EF4-FFF2-40B4-BE49-F238E27FC236}">
                <a16:creationId xmlns:a16="http://schemas.microsoft.com/office/drawing/2014/main" id="{63D46401-D9AA-4DDA-8D87-53BFF13BE6F7}"/>
              </a:ext>
            </a:extLst>
          </p:cNvPr>
          <p:cNvGrpSpPr/>
          <p:nvPr/>
        </p:nvGrpSpPr>
        <p:grpSpPr>
          <a:xfrm>
            <a:off x="1561973" y="3606672"/>
            <a:ext cx="9042188" cy="1255402"/>
            <a:chOff x="1707084" y="783749"/>
            <a:chExt cx="9042188" cy="1255402"/>
          </a:xfrm>
        </p:grpSpPr>
        <p:sp>
          <p:nvSpPr>
            <p:cNvPr id="116" name="Полилиния: фигура 115">
              <a:extLst>
                <a:ext uri="{FF2B5EF4-FFF2-40B4-BE49-F238E27FC236}">
                  <a16:creationId xmlns:a16="http://schemas.microsoft.com/office/drawing/2014/main" id="{446872C4-12BA-4F18-81D5-C106BF5D44F7}"/>
                </a:ext>
              </a:extLst>
            </p:cNvPr>
            <p:cNvSpPr/>
            <p:nvPr/>
          </p:nvSpPr>
          <p:spPr>
            <a:xfrm rot="10800000">
              <a:off x="1747528" y="989172"/>
              <a:ext cx="9001744" cy="994072"/>
            </a:xfrm>
            <a:custGeom>
              <a:avLst/>
              <a:gdLst>
                <a:gd name="connsiteX0" fmla="*/ 8494392 w 9001744"/>
                <a:gd name="connsiteY0" fmla="*/ 994072 h 994072"/>
                <a:gd name="connsiteX1" fmla="*/ 1960430 w 9001744"/>
                <a:gd name="connsiteY1" fmla="*/ 994072 h 994072"/>
                <a:gd name="connsiteX2" fmla="*/ 1878931 w 9001744"/>
                <a:gd name="connsiteY2" fmla="*/ 856489 h 994072"/>
                <a:gd name="connsiteX3" fmla="*/ 1118681 w 9001744"/>
                <a:gd name="connsiteY3" fmla="*/ 856489 h 994072"/>
                <a:gd name="connsiteX4" fmla="*/ 559341 w 9001744"/>
                <a:gd name="connsiteY4" fmla="*/ 856489 h 994072"/>
                <a:gd name="connsiteX5" fmla="*/ 0 w 9001744"/>
                <a:gd name="connsiteY5" fmla="*/ 856489 h 994072"/>
                <a:gd name="connsiteX6" fmla="*/ 507352 w 9001744"/>
                <a:gd name="connsiteY6" fmla="*/ 0 h 994072"/>
                <a:gd name="connsiteX7" fmla="*/ 1907525 w 9001744"/>
                <a:gd name="connsiteY7" fmla="*/ 0 h 994072"/>
                <a:gd name="connsiteX8" fmla="*/ 1907525 w 9001744"/>
                <a:gd name="connsiteY8" fmla="*/ 1 h 994072"/>
                <a:gd name="connsiteX9" fmla="*/ 1377106 w 9001744"/>
                <a:gd name="connsiteY9" fmla="*/ 1 h 994072"/>
                <a:gd name="connsiteX10" fmla="*/ 1458604 w 9001744"/>
                <a:gd name="connsiteY10" fmla="*/ 137583 h 994072"/>
                <a:gd name="connsiteX11" fmla="*/ 2012420 w 9001744"/>
                <a:gd name="connsiteY11" fmla="*/ 137583 h 994072"/>
                <a:gd name="connsiteX12" fmla="*/ 2571760 w 9001744"/>
                <a:gd name="connsiteY12" fmla="*/ 137583 h 994072"/>
                <a:gd name="connsiteX13" fmla="*/ 7883063 w 9001744"/>
                <a:gd name="connsiteY13" fmla="*/ 137583 h 994072"/>
                <a:gd name="connsiteX14" fmla="*/ 8442403 w 9001744"/>
                <a:gd name="connsiteY14" fmla="*/ 137583 h 994072"/>
                <a:gd name="connsiteX15" fmla="*/ 9001744 w 9001744"/>
                <a:gd name="connsiteY15" fmla="*/ 137583 h 994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001744" h="994072">
                  <a:moveTo>
                    <a:pt x="8494392" y="994072"/>
                  </a:moveTo>
                  <a:lnTo>
                    <a:pt x="1960430" y="994072"/>
                  </a:lnTo>
                  <a:lnTo>
                    <a:pt x="1878931" y="856489"/>
                  </a:lnTo>
                  <a:lnTo>
                    <a:pt x="1118681" y="856489"/>
                  </a:lnTo>
                  <a:lnTo>
                    <a:pt x="559341" y="856489"/>
                  </a:lnTo>
                  <a:lnTo>
                    <a:pt x="0" y="856489"/>
                  </a:lnTo>
                  <a:lnTo>
                    <a:pt x="507352" y="0"/>
                  </a:lnTo>
                  <a:lnTo>
                    <a:pt x="1907525" y="0"/>
                  </a:lnTo>
                  <a:lnTo>
                    <a:pt x="1907525" y="1"/>
                  </a:lnTo>
                  <a:lnTo>
                    <a:pt x="1377106" y="1"/>
                  </a:lnTo>
                  <a:lnTo>
                    <a:pt x="1458604" y="137583"/>
                  </a:lnTo>
                  <a:lnTo>
                    <a:pt x="2012420" y="137583"/>
                  </a:lnTo>
                  <a:lnTo>
                    <a:pt x="2571760" y="137583"/>
                  </a:lnTo>
                  <a:lnTo>
                    <a:pt x="7883063" y="137583"/>
                  </a:lnTo>
                  <a:lnTo>
                    <a:pt x="8442403" y="137583"/>
                  </a:lnTo>
                  <a:lnTo>
                    <a:pt x="9001744" y="137583"/>
                  </a:lnTo>
                  <a:close/>
                </a:path>
              </a:pathLst>
            </a:custGeom>
            <a:noFill/>
            <a:ln w="12700">
              <a:solidFill>
                <a:srgbClr val="1D45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117" name="Полилиния: фигура 116">
              <a:extLst>
                <a:ext uri="{FF2B5EF4-FFF2-40B4-BE49-F238E27FC236}">
                  <a16:creationId xmlns:a16="http://schemas.microsoft.com/office/drawing/2014/main" id="{90C023AE-2258-4849-BDF8-1D0DDE060978}"/>
                </a:ext>
              </a:extLst>
            </p:cNvPr>
            <p:cNvSpPr/>
            <p:nvPr/>
          </p:nvSpPr>
          <p:spPr>
            <a:xfrm rot="10800000">
              <a:off x="8801303" y="921332"/>
              <a:ext cx="1907525" cy="856489"/>
            </a:xfrm>
            <a:custGeom>
              <a:avLst/>
              <a:gdLst>
                <a:gd name="connsiteX0" fmla="*/ 1884457 w 1907525"/>
                <a:gd name="connsiteY0" fmla="*/ 856489 h 856489"/>
                <a:gd name="connsiteX1" fmla="*/ 1118681 w 1907525"/>
                <a:gd name="connsiteY1" fmla="*/ 856489 h 856489"/>
                <a:gd name="connsiteX2" fmla="*/ 559341 w 1907525"/>
                <a:gd name="connsiteY2" fmla="*/ 856489 h 856489"/>
                <a:gd name="connsiteX3" fmla="*/ 0 w 1907525"/>
                <a:gd name="connsiteY3" fmla="*/ 856489 h 856489"/>
                <a:gd name="connsiteX4" fmla="*/ 507352 w 1907525"/>
                <a:gd name="connsiteY4" fmla="*/ 0 h 856489"/>
                <a:gd name="connsiteX5" fmla="*/ 1907525 w 1907525"/>
                <a:gd name="connsiteY5" fmla="*/ 0 h 856489"/>
                <a:gd name="connsiteX6" fmla="*/ 1907525 w 1907525"/>
                <a:gd name="connsiteY6" fmla="*/ 1 h 856489"/>
                <a:gd name="connsiteX7" fmla="*/ 1377106 w 1907525"/>
                <a:gd name="connsiteY7" fmla="*/ 1 h 85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7525" h="856489">
                  <a:moveTo>
                    <a:pt x="1884457" y="856489"/>
                  </a:moveTo>
                  <a:lnTo>
                    <a:pt x="1118681" y="856489"/>
                  </a:lnTo>
                  <a:lnTo>
                    <a:pt x="559341" y="856489"/>
                  </a:lnTo>
                  <a:lnTo>
                    <a:pt x="0" y="856489"/>
                  </a:lnTo>
                  <a:lnTo>
                    <a:pt x="507352" y="0"/>
                  </a:lnTo>
                  <a:lnTo>
                    <a:pt x="1907525" y="0"/>
                  </a:lnTo>
                  <a:lnTo>
                    <a:pt x="1907525" y="1"/>
                  </a:lnTo>
                  <a:lnTo>
                    <a:pt x="1377106" y="1"/>
                  </a:lnTo>
                  <a:close/>
                </a:path>
              </a:pathLst>
            </a:custGeom>
            <a:solidFill>
              <a:srgbClr val="1B3F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119" name="Полилиния: фигура 118">
              <a:extLst>
                <a:ext uri="{FF2B5EF4-FFF2-40B4-BE49-F238E27FC236}">
                  <a16:creationId xmlns:a16="http://schemas.microsoft.com/office/drawing/2014/main" id="{892BACE6-DFBA-419E-9854-D05FBFD43E21}"/>
                </a:ext>
              </a:extLst>
            </p:cNvPr>
            <p:cNvSpPr/>
            <p:nvPr/>
          </p:nvSpPr>
          <p:spPr>
            <a:xfrm>
              <a:off x="1707084" y="783749"/>
              <a:ext cx="7548665" cy="856489"/>
            </a:xfrm>
            <a:custGeom>
              <a:avLst/>
              <a:gdLst>
                <a:gd name="connsiteX0" fmla="*/ 507352 w 7548665"/>
                <a:gd name="connsiteY0" fmla="*/ 0 h 856489"/>
                <a:gd name="connsiteX1" fmla="*/ 7041314 w 7548665"/>
                <a:gd name="connsiteY1" fmla="*/ 0 h 856489"/>
                <a:gd name="connsiteX2" fmla="*/ 7548665 w 7548665"/>
                <a:gd name="connsiteY2" fmla="*/ 856489 h 856489"/>
                <a:gd name="connsiteX3" fmla="*/ 6989324 w 7548665"/>
                <a:gd name="connsiteY3" fmla="*/ 856489 h 856489"/>
                <a:gd name="connsiteX4" fmla="*/ 6429984 w 7548665"/>
                <a:gd name="connsiteY4" fmla="*/ 856489 h 856489"/>
                <a:gd name="connsiteX5" fmla="*/ 1118681 w 7548665"/>
                <a:gd name="connsiteY5" fmla="*/ 856489 h 856489"/>
                <a:gd name="connsiteX6" fmla="*/ 559341 w 7548665"/>
                <a:gd name="connsiteY6" fmla="*/ 856489 h 856489"/>
                <a:gd name="connsiteX7" fmla="*/ 0 w 7548665"/>
                <a:gd name="connsiteY7" fmla="*/ 856489 h 85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48665" h="856489">
                  <a:moveTo>
                    <a:pt x="507352" y="0"/>
                  </a:moveTo>
                  <a:lnTo>
                    <a:pt x="7041314" y="0"/>
                  </a:lnTo>
                  <a:lnTo>
                    <a:pt x="7548665" y="856489"/>
                  </a:lnTo>
                  <a:lnTo>
                    <a:pt x="6989324" y="856489"/>
                  </a:lnTo>
                  <a:lnTo>
                    <a:pt x="6429984" y="856489"/>
                  </a:lnTo>
                  <a:lnTo>
                    <a:pt x="1118681" y="856489"/>
                  </a:lnTo>
                  <a:lnTo>
                    <a:pt x="559341" y="856489"/>
                  </a:lnTo>
                  <a:lnTo>
                    <a:pt x="0" y="856489"/>
                  </a:lnTo>
                  <a:close/>
                </a:path>
              </a:pathLst>
            </a:custGeom>
            <a:solidFill>
              <a:srgbClr val="1D455E"/>
            </a:solidFill>
            <a:ln>
              <a:noFill/>
            </a:ln>
            <a:effectLst>
              <a:outerShdw blurRad="241300" dist="635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120" name="Полилиния: фигура 119">
              <a:extLst>
                <a:ext uri="{FF2B5EF4-FFF2-40B4-BE49-F238E27FC236}">
                  <a16:creationId xmlns:a16="http://schemas.microsoft.com/office/drawing/2014/main" id="{CD3E26E4-CE24-4F10-8F05-59D6C6AE9323}"/>
                </a:ext>
              </a:extLst>
            </p:cNvPr>
            <p:cNvSpPr/>
            <p:nvPr/>
          </p:nvSpPr>
          <p:spPr>
            <a:xfrm>
              <a:off x="1747527" y="1724669"/>
              <a:ext cx="3157847" cy="303772"/>
            </a:xfrm>
            <a:custGeom>
              <a:avLst/>
              <a:gdLst>
                <a:gd name="connsiteX0" fmla="*/ 143637 w 2008910"/>
                <a:gd name="connsiteY0" fmla="*/ 0 h 247649"/>
                <a:gd name="connsiteX1" fmla="*/ 2008910 w 2008910"/>
                <a:gd name="connsiteY1" fmla="*/ 0 h 247649"/>
                <a:gd name="connsiteX2" fmla="*/ 1865273 w 2008910"/>
                <a:gd name="connsiteY2" fmla="*/ 247649 h 247649"/>
                <a:gd name="connsiteX3" fmla="*/ 0 w 2008910"/>
                <a:gd name="connsiteY3" fmla="*/ 247649 h 247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8910" h="247649">
                  <a:moveTo>
                    <a:pt x="143637" y="0"/>
                  </a:moveTo>
                  <a:lnTo>
                    <a:pt x="2008910" y="0"/>
                  </a:lnTo>
                  <a:lnTo>
                    <a:pt x="1865273" y="247649"/>
                  </a:lnTo>
                  <a:lnTo>
                    <a:pt x="0" y="247649"/>
                  </a:lnTo>
                  <a:close/>
                </a:path>
              </a:pathLst>
            </a:custGeom>
            <a:solidFill>
              <a:srgbClr val="1B3F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C30C444E-1F4F-4B34-93A8-C7C2E1F44940}"/>
                </a:ext>
              </a:extLst>
            </p:cNvPr>
            <p:cNvSpPr txBox="1"/>
            <p:nvPr/>
          </p:nvSpPr>
          <p:spPr>
            <a:xfrm>
              <a:off x="2250050" y="1700597"/>
              <a:ext cx="29505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НАЗВАНИЕ </a:t>
              </a:r>
              <a:r>
                <a:rPr lang="ru-RU" sz="1600" b="1" dirty="0">
                  <a:solidFill>
                    <a:srgbClr val="3176A1"/>
                  </a:solidFill>
                  <a:latin typeface="Bahnschrift" panose="020B0502040204020203" pitchFamily="34" charset="0"/>
                </a:rPr>
                <a:t>ЭТАПА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FC859E0D-38D8-47E4-A173-08659C61950E}"/>
                </a:ext>
              </a:extLst>
            </p:cNvPr>
            <p:cNvSpPr txBox="1"/>
            <p:nvPr/>
          </p:nvSpPr>
          <p:spPr>
            <a:xfrm>
              <a:off x="2253684" y="923258"/>
              <a:ext cx="716857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ndara" panose="020E0502030303020204" pitchFamily="34" charset="0"/>
                </a:rPr>
                <a:t>Описание этапа. Дайте короткое описание этому этапу, которое соответствует теме данного слайда</a:t>
              </a:r>
            </a:p>
          </p:txBody>
        </p:sp>
        <p:pic>
          <p:nvPicPr>
            <p:cNvPr id="123" name="Рисунок 122" descr="В яблочко контур">
              <a:extLst>
                <a:ext uri="{FF2B5EF4-FFF2-40B4-BE49-F238E27FC236}">
                  <a16:creationId xmlns:a16="http://schemas.microsoft.com/office/drawing/2014/main" id="{9764AE52-AD86-4281-8C92-44586A712B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9402961" y="988178"/>
              <a:ext cx="704207" cy="704207"/>
            </a:xfrm>
            <a:prstGeom prst="rect">
              <a:avLst/>
            </a:prstGeom>
          </p:spPr>
        </p:pic>
      </p:grpSp>
      <p:grpSp>
        <p:nvGrpSpPr>
          <p:cNvPr id="124" name="Группа 123">
            <a:extLst>
              <a:ext uri="{FF2B5EF4-FFF2-40B4-BE49-F238E27FC236}">
                <a16:creationId xmlns:a16="http://schemas.microsoft.com/office/drawing/2014/main" id="{C99FE1DA-5D09-4D0B-BD3A-1B90B3E6E7D4}"/>
              </a:ext>
            </a:extLst>
          </p:cNvPr>
          <p:cNvGrpSpPr/>
          <p:nvPr/>
        </p:nvGrpSpPr>
        <p:grpSpPr>
          <a:xfrm flipH="1">
            <a:off x="1561973" y="2030402"/>
            <a:ext cx="9042188" cy="1255402"/>
            <a:chOff x="1707084" y="783749"/>
            <a:chExt cx="9042188" cy="1255402"/>
          </a:xfrm>
        </p:grpSpPr>
        <p:sp>
          <p:nvSpPr>
            <p:cNvPr id="125" name="Полилиния: фигура 124">
              <a:extLst>
                <a:ext uri="{FF2B5EF4-FFF2-40B4-BE49-F238E27FC236}">
                  <a16:creationId xmlns:a16="http://schemas.microsoft.com/office/drawing/2014/main" id="{863D89D7-75FD-40DD-B36F-1F06A4018433}"/>
                </a:ext>
              </a:extLst>
            </p:cNvPr>
            <p:cNvSpPr/>
            <p:nvPr/>
          </p:nvSpPr>
          <p:spPr>
            <a:xfrm rot="10800000">
              <a:off x="1747528" y="989172"/>
              <a:ext cx="9001744" cy="994072"/>
            </a:xfrm>
            <a:custGeom>
              <a:avLst/>
              <a:gdLst>
                <a:gd name="connsiteX0" fmla="*/ 8494392 w 9001744"/>
                <a:gd name="connsiteY0" fmla="*/ 994072 h 994072"/>
                <a:gd name="connsiteX1" fmla="*/ 1960430 w 9001744"/>
                <a:gd name="connsiteY1" fmla="*/ 994072 h 994072"/>
                <a:gd name="connsiteX2" fmla="*/ 1878931 w 9001744"/>
                <a:gd name="connsiteY2" fmla="*/ 856489 h 994072"/>
                <a:gd name="connsiteX3" fmla="*/ 1118681 w 9001744"/>
                <a:gd name="connsiteY3" fmla="*/ 856489 h 994072"/>
                <a:gd name="connsiteX4" fmla="*/ 559341 w 9001744"/>
                <a:gd name="connsiteY4" fmla="*/ 856489 h 994072"/>
                <a:gd name="connsiteX5" fmla="*/ 0 w 9001744"/>
                <a:gd name="connsiteY5" fmla="*/ 856489 h 994072"/>
                <a:gd name="connsiteX6" fmla="*/ 507352 w 9001744"/>
                <a:gd name="connsiteY6" fmla="*/ 0 h 994072"/>
                <a:gd name="connsiteX7" fmla="*/ 1907525 w 9001744"/>
                <a:gd name="connsiteY7" fmla="*/ 0 h 994072"/>
                <a:gd name="connsiteX8" fmla="*/ 1907525 w 9001744"/>
                <a:gd name="connsiteY8" fmla="*/ 1 h 994072"/>
                <a:gd name="connsiteX9" fmla="*/ 1377106 w 9001744"/>
                <a:gd name="connsiteY9" fmla="*/ 1 h 994072"/>
                <a:gd name="connsiteX10" fmla="*/ 1458604 w 9001744"/>
                <a:gd name="connsiteY10" fmla="*/ 137583 h 994072"/>
                <a:gd name="connsiteX11" fmla="*/ 2012420 w 9001744"/>
                <a:gd name="connsiteY11" fmla="*/ 137583 h 994072"/>
                <a:gd name="connsiteX12" fmla="*/ 2571760 w 9001744"/>
                <a:gd name="connsiteY12" fmla="*/ 137583 h 994072"/>
                <a:gd name="connsiteX13" fmla="*/ 7883063 w 9001744"/>
                <a:gd name="connsiteY13" fmla="*/ 137583 h 994072"/>
                <a:gd name="connsiteX14" fmla="*/ 8442403 w 9001744"/>
                <a:gd name="connsiteY14" fmla="*/ 137583 h 994072"/>
                <a:gd name="connsiteX15" fmla="*/ 9001744 w 9001744"/>
                <a:gd name="connsiteY15" fmla="*/ 137583 h 994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001744" h="994072">
                  <a:moveTo>
                    <a:pt x="8494392" y="994072"/>
                  </a:moveTo>
                  <a:lnTo>
                    <a:pt x="1960430" y="994072"/>
                  </a:lnTo>
                  <a:lnTo>
                    <a:pt x="1878931" y="856489"/>
                  </a:lnTo>
                  <a:lnTo>
                    <a:pt x="1118681" y="856489"/>
                  </a:lnTo>
                  <a:lnTo>
                    <a:pt x="559341" y="856489"/>
                  </a:lnTo>
                  <a:lnTo>
                    <a:pt x="0" y="856489"/>
                  </a:lnTo>
                  <a:lnTo>
                    <a:pt x="507352" y="0"/>
                  </a:lnTo>
                  <a:lnTo>
                    <a:pt x="1907525" y="0"/>
                  </a:lnTo>
                  <a:lnTo>
                    <a:pt x="1907525" y="1"/>
                  </a:lnTo>
                  <a:lnTo>
                    <a:pt x="1377106" y="1"/>
                  </a:lnTo>
                  <a:lnTo>
                    <a:pt x="1458604" y="137583"/>
                  </a:lnTo>
                  <a:lnTo>
                    <a:pt x="2012420" y="137583"/>
                  </a:lnTo>
                  <a:lnTo>
                    <a:pt x="2571760" y="137583"/>
                  </a:lnTo>
                  <a:lnTo>
                    <a:pt x="7883063" y="137583"/>
                  </a:lnTo>
                  <a:lnTo>
                    <a:pt x="8442403" y="137583"/>
                  </a:lnTo>
                  <a:lnTo>
                    <a:pt x="9001744" y="137583"/>
                  </a:lnTo>
                  <a:close/>
                </a:path>
              </a:pathLst>
            </a:custGeom>
            <a:noFill/>
            <a:ln w="12700">
              <a:solidFill>
                <a:srgbClr val="EC530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 dirty="0"/>
            </a:p>
          </p:txBody>
        </p:sp>
        <p:sp>
          <p:nvSpPr>
            <p:cNvPr id="126" name="Полилиния: фигура 125">
              <a:extLst>
                <a:ext uri="{FF2B5EF4-FFF2-40B4-BE49-F238E27FC236}">
                  <a16:creationId xmlns:a16="http://schemas.microsoft.com/office/drawing/2014/main" id="{7B0B9926-382D-4DFE-8150-9E44CA372B18}"/>
                </a:ext>
              </a:extLst>
            </p:cNvPr>
            <p:cNvSpPr/>
            <p:nvPr/>
          </p:nvSpPr>
          <p:spPr>
            <a:xfrm rot="10800000">
              <a:off x="8801303" y="921332"/>
              <a:ext cx="1907525" cy="856489"/>
            </a:xfrm>
            <a:custGeom>
              <a:avLst/>
              <a:gdLst>
                <a:gd name="connsiteX0" fmla="*/ 1884457 w 1907525"/>
                <a:gd name="connsiteY0" fmla="*/ 856489 h 856489"/>
                <a:gd name="connsiteX1" fmla="*/ 1118681 w 1907525"/>
                <a:gd name="connsiteY1" fmla="*/ 856489 h 856489"/>
                <a:gd name="connsiteX2" fmla="*/ 559341 w 1907525"/>
                <a:gd name="connsiteY2" fmla="*/ 856489 h 856489"/>
                <a:gd name="connsiteX3" fmla="*/ 0 w 1907525"/>
                <a:gd name="connsiteY3" fmla="*/ 856489 h 856489"/>
                <a:gd name="connsiteX4" fmla="*/ 507352 w 1907525"/>
                <a:gd name="connsiteY4" fmla="*/ 0 h 856489"/>
                <a:gd name="connsiteX5" fmla="*/ 1907525 w 1907525"/>
                <a:gd name="connsiteY5" fmla="*/ 0 h 856489"/>
                <a:gd name="connsiteX6" fmla="*/ 1907525 w 1907525"/>
                <a:gd name="connsiteY6" fmla="*/ 1 h 856489"/>
                <a:gd name="connsiteX7" fmla="*/ 1377106 w 1907525"/>
                <a:gd name="connsiteY7" fmla="*/ 1 h 85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7525" h="856489">
                  <a:moveTo>
                    <a:pt x="1884457" y="856489"/>
                  </a:moveTo>
                  <a:lnTo>
                    <a:pt x="1118681" y="856489"/>
                  </a:lnTo>
                  <a:lnTo>
                    <a:pt x="559341" y="856489"/>
                  </a:lnTo>
                  <a:lnTo>
                    <a:pt x="0" y="856489"/>
                  </a:lnTo>
                  <a:lnTo>
                    <a:pt x="507352" y="0"/>
                  </a:lnTo>
                  <a:lnTo>
                    <a:pt x="1907525" y="0"/>
                  </a:lnTo>
                  <a:lnTo>
                    <a:pt x="1907525" y="1"/>
                  </a:lnTo>
                  <a:lnTo>
                    <a:pt x="1377106" y="1"/>
                  </a:lnTo>
                  <a:close/>
                </a:path>
              </a:pathLst>
            </a:custGeom>
            <a:solidFill>
              <a:srgbClr val="EC53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127" name="Полилиния: фигура 126">
              <a:extLst>
                <a:ext uri="{FF2B5EF4-FFF2-40B4-BE49-F238E27FC236}">
                  <a16:creationId xmlns:a16="http://schemas.microsoft.com/office/drawing/2014/main" id="{FD7647B7-3719-4C89-BCFB-628B2B2CCB7B}"/>
                </a:ext>
              </a:extLst>
            </p:cNvPr>
            <p:cNvSpPr/>
            <p:nvPr/>
          </p:nvSpPr>
          <p:spPr>
            <a:xfrm>
              <a:off x="1707084" y="783749"/>
              <a:ext cx="7548665" cy="856489"/>
            </a:xfrm>
            <a:custGeom>
              <a:avLst/>
              <a:gdLst>
                <a:gd name="connsiteX0" fmla="*/ 507352 w 7548665"/>
                <a:gd name="connsiteY0" fmla="*/ 0 h 856489"/>
                <a:gd name="connsiteX1" fmla="*/ 7041314 w 7548665"/>
                <a:gd name="connsiteY1" fmla="*/ 0 h 856489"/>
                <a:gd name="connsiteX2" fmla="*/ 7548665 w 7548665"/>
                <a:gd name="connsiteY2" fmla="*/ 856489 h 856489"/>
                <a:gd name="connsiteX3" fmla="*/ 6989324 w 7548665"/>
                <a:gd name="connsiteY3" fmla="*/ 856489 h 856489"/>
                <a:gd name="connsiteX4" fmla="*/ 6429984 w 7548665"/>
                <a:gd name="connsiteY4" fmla="*/ 856489 h 856489"/>
                <a:gd name="connsiteX5" fmla="*/ 1118681 w 7548665"/>
                <a:gd name="connsiteY5" fmla="*/ 856489 h 856489"/>
                <a:gd name="connsiteX6" fmla="*/ 559341 w 7548665"/>
                <a:gd name="connsiteY6" fmla="*/ 856489 h 856489"/>
                <a:gd name="connsiteX7" fmla="*/ 0 w 7548665"/>
                <a:gd name="connsiteY7" fmla="*/ 856489 h 85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48665" h="856489">
                  <a:moveTo>
                    <a:pt x="507352" y="0"/>
                  </a:moveTo>
                  <a:lnTo>
                    <a:pt x="7041314" y="0"/>
                  </a:lnTo>
                  <a:lnTo>
                    <a:pt x="7548665" y="856489"/>
                  </a:lnTo>
                  <a:lnTo>
                    <a:pt x="6989324" y="856489"/>
                  </a:lnTo>
                  <a:lnTo>
                    <a:pt x="6429984" y="856489"/>
                  </a:lnTo>
                  <a:lnTo>
                    <a:pt x="1118681" y="856489"/>
                  </a:lnTo>
                  <a:lnTo>
                    <a:pt x="559341" y="856489"/>
                  </a:lnTo>
                  <a:lnTo>
                    <a:pt x="0" y="856489"/>
                  </a:lnTo>
                  <a:close/>
                </a:path>
              </a:pathLst>
            </a:custGeom>
            <a:solidFill>
              <a:srgbClr val="F26321"/>
            </a:solidFill>
            <a:ln>
              <a:noFill/>
            </a:ln>
            <a:effectLst>
              <a:outerShdw blurRad="241300" dist="635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128" name="Полилиния: фигура 127">
              <a:extLst>
                <a:ext uri="{FF2B5EF4-FFF2-40B4-BE49-F238E27FC236}">
                  <a16:creationId xmlns:a16="http://schemas.microsoft.com/office/drawing/2014/main" id="{2CF4F24A-B56E-4BE6-A99E-4012E3AD3377}"/>
                </a:ext>
              </a:extLst>
            </p:cNvPr>
            <p:cNvSpPr/>
            <p:nvPr/>
          </p:nvSpPr>
          <p:spPr>
            <a:xfrm>
              <a:off x="1747527" y="1724669"/>
              <a:ext cx="3157847" cy="303772"/>
            </a:xfrm>
            <a:custGeom>
              <a:avLst/>
              <a:gdLst>
                <a:gd name="connsiteX0" fmla="*/ 143637 w 2008910"/>
                <a:gd name="connsiteY0" fmla="*/ 0 h 247649"/>
                <a:gd name="connsiteX1" fmla="*/ 2008910 w 2008910"/>
                <a:gd name="connsiteY1" fmla="*/ 0 h 247649"/>
                <a:gd name="connsiteX2" fmla="*/ 1865273 w 2008910"/>
                <a:gd name="connsiteY2" fmla="*/ 247649 h 247649"/>
                <a:gd name="connsiteX3" fmla="*/ 0 w 2008910"/>
                <a:gd name="connsiteY3" fmla="*/ 247649 h 247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8910" h="247649">
                  <a:moveTo>
                    <a:pt x="143637" y="0"/>
                  </a:moveTo>
                  <a:lnTo>
                    <a:pt x="2008910" y="0"/>
                  </a:lnTo>
                  <a:lnTo>
                    <a:pt x="1865273" y="247649"/>
                  </a:lnTo>
                  <a:lnTo>
                    <a:pt x="0" y="247649"/>
                  </a:lnTo>
                  <a:close/>
                </a:path>
              </a:pathLst>
            </a:custGeom>
            <a:solidFill>
              <a:srgbClr val="EC53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6FF87057-6727-4037-A3AB-D05521BF00D7}"/>
                </a:ext>
              </a:extLst>
            </p:cNvPr>
            <p:cNvSpPr txBox="1"/>
            <p:nvPr/>
          </p:nvSpPr>
          <p:spPr>
            <a:xfrm>
              <a:off x="2250050" y="1700597"/>
              <a:ext cx="29505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u-RU" sz="1600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НАЗВАНИЕ </a:t>
              </a:r>
              <a:r>
                <a:rPr lang="ru-RU" sz="1600" b="1" dirty="0">
                  <a:solidFill>
                    <a:srgbClr val="F6956A"/>
                  </a:solidFill>
                  <a:latin typeface="Bahnschrift" panose="020B0502040204020203" pitchFamily="34" charset="0"/>
                </a:rPr>
                <a:t>ЭТАПА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A1473F2E-D3F0-4261-8729-3926846AED34}"/>
                </a:ext>
              </a:extLst>
            </p:cNvPr>
            <p:cNvSpPr txBox="1"/>
            <p:nvPr/>
          </p:nvSpPr>
          <p:spPr>
            <a:xfrm>
              <a:off x="2250050" y="945184"/>
              <a:ext cx="716857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u-RU" sz="1600" dirty="0">
                  <a:solidFill>
                    <a:schemeClr val="bg1"/>
                  </a:solidFill>
                  <a:latin typeface="Candara" panose="020E0502030303020204" pitchFamily="34" charset="0"/>
                </a:rPr>
                <a:t>Описание этапа. Дайте короткое описание этому этапу, которое соответствует теме данного слайда</a:t>
              </a:r>
            </a:p>
          </p:txBody>
        </p:sp>
        <p:pic>
          <p:nvPicPr>
            <p:cNvPr id="131" name="Рисунок 130" descr="Книги контур">
              <a:extLst>
                <a:ext uri="{FF2B5EF4-FFF2-40B4-BE49-F238E27FC236}">
                  <a16:creationId xmlns:a16="http://schemas.microsoft.com/office/drawing/2014/main" id="{ECF198F7-5693-49A4-86FB-F8D8EED843E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9459073" y="1017185"/>
              <a:ext cx="653541" cy="6535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63087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FE3B71C-3254-4B02-9C29-1CCA257EB5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12DFF6E7-81C1-4EE4-A6DF-725687AA3A08}"/>
              </a:ext>
            </a:extLst>
          </p:cNvPr>
          <p:cNvGrpSpPr/>
          <p:nvPr/>
        </p:nvGrpSpPr>
        <p:grpSpPr>
          <a:xfrm>
            <a:off x="1417339" y="287074"/>
            <a:ext cx="9303655" cy="2249604"/>
            <a:chOff x="1403499" y="606056"/>
            <a:chExt cx="9303655" cy="2249604"/>
          </a:xfrm>
        </p:grpSpPr>
        <p:pic>
          <p:nvPicPr>
            <p:cNvPr id="2054" name="Picture 6">
              <a:extLst>
                <a:ext uri="{FF2B5EF4-FFF2-40B4-BE49-F238E27FC236}">
                  <a16:creationId xmlns:a16="http://schemas.microsoft.com/office/drawing/2014/main" id="{489D9692-7F3B-4F85-A226-8DB97D642B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499" y="2508773"/>
              <a:ext cx="2551814" cy="3468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B22E3C9B-0EF7-4A4E-A03A-643A5AFE7894}"/>
                </a:ext>
              </a:extLst>
            </p:cNvPr>
            <p:cNvSpPr/>
            <p:nvPr/>
          </p:nvSpPr>
          <p:spPr>
            <a:xfrm>
              <a:off x="1488559" y="606056"/>
              <a:ext cx="2466753" cy="1988288"/>
            </a:xfrm>
            <a:prstGeom prst="rect">
              <a:avLst/>
            </a:prstGeom>
            <a:solidFill>
              <a:srgbClr val="63B978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id="{2CE7FA27-3B3C-4B5D-8FE2-EF715D7B9D6B}"/>
                </a:ext>
              </a:extLst>
            </p:cNvPr>
            <p:cNvSpPr/>
            <p:nvPr/>
          </p:nvSpPr>
          <p:spPr>
            <a:xfrm>
              <a:off x="4210494" y="606056"/>
              <a:ext cx="6492947" cy="1988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762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580B1D3C-91A2-43DF-A746-9B459C5F1C2E}"/>
                </a:ext>
              </a:extLst>
            </p:cNvPr>
            <p:cNvSpPr/>
            <p:nvPr/>
          </p:nvSpPr>
          <p:spPr>
            <a:xfrm>
              <a:off x="3742661" y="839971"/>
              <a:ext cx="170121" cy="17012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Овал 40">
              <a:extLst>
                <a:ext uri="{FF2B5EF4-FFF2-40B4-BE49-F238E27FC236}">
                  <a16:creationId xmlns:a16="http://schemas.microsoft.com/office/drawing/2014/main" id="{63F0C294-E343-4E3D-8918-D4E3C06695E1}"/>
                </a:ext>
              </a:extLst>
            </p:cNvPr>
            <p:cNvSpPr/>
            <p:nvPr/>
          </p:nvSpPr>
          <p:spPr>
            <a:xfrm>
              <a:off x="4245933" y="839971"/>
              <a:ext cx="170121" cy="17012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Овал 41">
              <a:extLst>
                <a:ext uri="{FF2B5EF4-FFF2-40B4-BE49-F238E27FC236}">
                  <a16:creationId xmlns:a16="http://schemas.microsoft.com/office/drawing/2014/main" id="{683B297B-A9EC-47C2-9822-B2D10ADFBBAF}"/>
                </a:ext>
              </a:extLst>
            </p:cNvPr>
            <p:cNvSpPr/>
            <p:nvPr/>
          </p:nvSpPr>
          <p:spPr>
            <a:xfrm>
              <a:off x="3742661" y="1509823"/>
              <a:ext cx="170121" cy="17012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3" name="Овал 42">
              <a:extLst>
                <a:ext uri="{FF2B5EF4-FFF2-40B4-BE49-F238E27FC236}">
                  <a16:creationId xmlns:a16="http://schemas.microsoft.com/office/drawing/2014/main" id="{5D2AE503-82B5-4DA5-8CCF-B0208F1D1C0D}"/>
                </a:ext>
              </a:extLst>
            </p:cNvPr>
            <p:cNvSpPr/>
            <p:nvPr/>
          </p:nvSpPr>
          <p:spPr>
            <a:xfrm>
              <a:off x="4245933" y="1509823"/>
              <a:ext cx="170121" cy="17012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4" name="Овал 43">
              <a:extLst>
                <a:ext uri="{FF2B5EF4-FFF2-40B4-BE49-F238E27FC236}">
                  <a16:creationId xmlns:a16="http://schemas.microsoft.com/office/drawing/2014/main" id="{EE496B3E-6344-4890-9450-F9EBC5EFE559}"/>
                </a:ext>
              </a:extLst>
            </p:cNvPr>
            <p:cNvSpPr/>
            <p:nvPr/>
          </p:nvSpPr>
          <p:spPr>
            <a:xfrm>
              <a:off x="3742661" y="2179675"/>
              <a:ext cx="170121" cy="17012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5" name="Овал 44">
              <a:extLst>
                <a:ext uri="{FF2B5EF4-FFF2-40B4-BE49-F238E27FC236}">
                  <a16:creationId xmlns:a16="http://schemas.microsoft.com/office/drawing/2014/main" id="{A4CE64F8-9F0D-4746-BB17-4312526C37F4}"/>
                </a:ext>
              </a:extLst>
            </p:cNvPr>
            <p:cNvSpPr/>
            <p:nvPr/>
          </p:nvSpPr>
          <p:spPr>
            <a:xfrm>
              <a:off x="4245933" y="2179675"/>
              <a:ext cx="170121" cy="17012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7" name="Прямая соединительная линия 6">
              <a:extLst>
                <a:ext uri="{FF2B5EF4-FFF2-40B4-BE49-F238E27FC236}">
                  <a16:creationId xmlns:a16="http://schemas.microsoft.com/office/drawing/2014/main" id="{CF578AC7-073E-4F64-BC32-CCD9B3B57421}"/>
                </a:ext>
              </a:extLst>
            </p:cNvPr>
            <p:cNvCxnSpPr>
              <a:cxnSpLocks/>
            </p:cNvCxnSpPr>
            <p:nvPr/>
          </p:nvCxnSpPr>
          <p:spPr>
            <a:xfrm>
              <a:off x="3838355" y="914401"/>
              <a:ext cx="468000" cy="0"/>
            </a:xfrm>
            <a:prstGeom prst="line">
              <a:avLst/>
            </a:prstGeom>
            <a:ln w="92075" cap="rnd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rgbClr val="BDBDBD"/>
                  </a:gs>
                  <a:gs pos="83000">
                    <a:srgbClr val="BDBDBD"/>
                  </a:gs>
                  <a:gs pos="100000">
                    <a:srgbClr val="D9D9D9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Прямая соединительная линия 48">
              <a:extLst>
                <a:ext uri="{FF2B5EF4-FFF2-40B4-BE49-F238E27FC236}">
                  <a16:creationId xmlns:a16="http://schemas.microsoft.com/office/drawing/2014/main" id="{577145FE-BCF2-4618-B85C-9870BA176A7C}"/>
                </a:ext>
              </a:extLst>
            </p:cNvPr>
            <p:cNvCxnSpPr>
              <a:cxnSpLocks/>
            </p:cNvCxnSpPr>
            <p:nvPr/>
          </p:nvCxnSpPr>
          <p:spPr>
            <a:xfrm>
              <a:off x="3838355" y="1585176"/>
              <a:ext cx="468000" cy="0"/>
            </a:xfrm>
            <a:prstGeom prst="line">
              <a:avLst/>
            </a:prstGeom>
            <a:ln w="92075" cap="rnd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rgbClr val="BDBDBD"/>
                  </a:gs>
                  <a:gs pos="83000">
                    <a:srgbClr val="BDBDBD"/>
                  </a:gs>
                  <a:gs pos="100000">
                    <a:srgbClr val="D9D9D9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Прямая соединительная линия 49">
              <a:extLst>
                <a:ext uri="{FF2B5EF4-FFF2-40B4-BE49-F238E27FC236}">
                  <a16:creationId xmlns:a16="http://schemas.microsoft.com/office/drawing/2014/main" id="{82AED6E7-DC8D-4E5A-94EF-88033985365C}"/>
                </a:ext>
              </a:extLst>
            </p:cNvPr>
            <p:cNvCxnSpPr>
              <a:cxnSpLocks/>
            </p:cNvCxnSpPr>
            <p:nvPr/>
          </p:nvCxnSpPr>
          <p:spPr>
            <a:xfrm>
              <a:off x="3838355" y="2269204"/>
              <a:ext cx="468000" cy="0"/>
            </a:xfrm>
            <a:prstGeom prst="line">
              <a:avLst/>
            </a:prstGeom>
            <a:ln w="92075" cap="rnd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rgbClr val="BDBDBD"/>
                  </a:gs>
                  <a:gs pos="83000">
                    <a:srgbClr val="BDBDBD"/>
                  </a:gs>
                  <a:gs pos="100000">
                    <a:srgbClr val="D9D9D9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5E42E16-42D1-4A0E-B6D1-AEDE806229D4}"/>
                </a:ext>
              </a:extLst>
            </p:cNvPr>
            <p:cNvSpPr txBox="1"/>
            <p:nvPr/>
          </p:nvSpPr>
          <p:spPr>
            <a:xfrm>
              <a:off x="1690579" y="998974"/>
              <a:ext cx="210524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НАЗВАНИЕ</a:t>
              </a:r>
            </a:p>
            <a:p>
              <a:r>
                <a:rPr lang="ru-RU" sz="2400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ЭТАПА</a:t>
              </a:r>
            </a:p>
            <a:p>
              <a:r>
                <a:rPr lang="ru-RU" sz="2400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ТРИ СТРОКИ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49CCEEE-4D80-4044-B953-B18E1180D056}"/>
                </a:ext>
              </a:extLst>
            </p:cNvPr>
            <p:cNvSpPr txBox="1"/>
            <p:nvPr/>
          </p:nvSpPr>
          <p:spPr>
            <a:xfrm>
              <a:off x="4628706" y="1010092"/>
              <a:ext cx="29487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>
                  <a:solidFill>
                    <a:srgbClr val="61BA79"/>
                  </a:solidFill>
                  <a:latin typeface="Bahnschrift" panose="020B0502040204020203" pitchFamily="34" charset="0"/>
                </a:rPr>
                <a:t>ОПИСАНИЕ ЭТАПА</a:t>
              </a:r>
            </a:p>
          </p:txBody>
        </p:sp>
        <p:sp>
          <p:nvSpPr>
            <p:cNvPr id="15" name="Прямоугольный треугольник 14">
              <a:extLst>
                <a:ext uri="{FF2B5EF4-FFF2-40B4-BE49-F238E27FC236}">
                  <a16:creationId xmlns:a16="http://schemas.microsoft.com/office/drawing/2014/main" id="{817BC641-E487-4579-9B65-5E339CE578DB}"/>
                </a:ext>
              </a:extLst>
            </p:cNvPr>
            <p:cNvSpPr/>
            <p:nvPr/>
          </p:nvSpPr>
          <p:spPr>
            <a:xfrm rot="10800000">
              <a:off x="10196792" y="606056"/>
              <a:ext cx="510362" cy="482969"/>
            </a:xfrm>
            <a:prstGeom prst="rtTriangle">
              <a:avLst/>
            </a:prstGeom>
            <a:solidFill>
              <a:srgbClr val="63B9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446DBBB-D73C-4218-8ABB-6777BAD2038E}"/>
                </a:ext>
              </a:extLst>
            </p:cNvPr>
            <p:cNvSpPr txBox="1"/>
            <p:nvPr/>
          </p:nvSpPr>
          <p:spPr>
            <a:xfrm>
              <a:off x="4639339" y="1257446"/>
              <a:ext cx="29487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dirty="0">
                  <a:solidFill>
                    <a:srgbClr val="BDBDBD"/>
                  </a:solidFill>
                  <a:latin typeface="Bahnschrift" panose="020B0502040204020203" pitchFamily="34" charset="0"/>
                </a:rPr>
                <a:t>ОПИСАНИЕ ЭТАПА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C065CFD-6684-4A1E-B4BB-EAF32BA7B5E3}"/>
                </a:ext>
              </a:extLst>
            </p:cNvPr>
            <p:cNvSpPr txBox="1"/>
            <p:nvPr/>
          </p:nvSpPr>
          <p:spPr>
            <a:xfrm>
              <a:off x="4639339" y="1585176"/>
              <a:ext cx="555745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ndara" panose="020E0502030303020204" pitchFamily="34" charset="0"/>
                </a:rPr>
                <a:t>Описание этапа. Дайте короткое описание этому этапу, которое соответствует теме данного слайда</a:t>
              </a:r>
            </a:p>
          </p:txBody>
        </p:sp>
      </p:grpSp>
      <p:grpSp>
        <p:nvGrpSpPr>
          <p:cNvPr id="87" name="Группа 86">
            <a:extLst>
              <a:ext uri="{FF2B5EF4-FFF2-40B4-BE49-F238E27FC236}">
                <a16:creationId xmlns:a16="http://schemas.microsoft.com/office/drawing/2014/main" id="{236B9E18-9973-40EF-BFE1-302824469AB5}"/>
              </a:ext>
            </a:extLst>
          </p:cNvPr>
          <p:cNvGrpSpPr/>
          <p:nvPr/>
        </p:nvGrpSpPr>
        <p:grpSpPr>
          <a:xfrm>
            <a:off x="1417339" y="2442039"/>
            <a:ext cx="9303655" cy="2249604"/>
            <a:chOff x="1403499" y="606056"/>
            <a:chExt cx="9303655" cy="2249604"/>
          </a:xfrm>
        </p:grpSpPr>
        <p:pic>
          <p:nvPicPr>
            <p:cNvPr id="91" name="Picture 6">
              <a:extLst>
                <a:ext uri="{FF2B5EF4-FFF2-40B4-BE49-F238E27FC236}">
                  <a16:creationId xmlns:a16="http://schemas.microsoft.com/office/drawing/2014/main" id="{4F41C01B-C76E-4F82-930F-EF720782F7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499" y="2508773"/>
              <a:ext cx="2551814" cy="3468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2" name="Прямоугольник 91">
              <a:extLst>
                <a:ext uri="{FF2B5EF4-FFF2-40B4-BE49-F238E27FC236}">
                  <a16:creationId xmlns:a16="http://schemas.microsoft.com/office/drawing/2014/main" id="{EE4994E4-3C3E-4312-B76C-F067180A848A}"/>
                </a:ext>
              </a:extLst>
            </p:cNvPr>
            <p:cNvSpPr/>
            <p:nvPr/>
          </p:nvSpPr>
          <p:spPr>
            <a:xfrm>
              <a:off x="1488559" y="606056"/>
              <a:ext cx="2466753" cy="1988288"/>
            </a:xfrm>
            <a:prstGeom prst="rect">
              <a:avLst/>
            </a:prstGeom>
            <a:solidFill>
              <a:srgbClr val="ED6245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3" name="Прямоугольник 92">
              <a:extLst>
                <a:ext uri="{FF2B5EF4-FFF2-40B4-BE49-F238E27FC236}">
                  <a16:creationId xmlns:a16="http://schemas.microsoft.com/office/drawing/2014/main" id="{CA59CD57-C5A2-4FF2-B094-99AEDCD39EC8}"/>
                </a:ext>
              </a:extLst>
            </p:cNvPr>
            <p:cNvSpPr/>
            <p:nvPr/>
          </p:nvSpPr>
          <p:spPr>
            <a:xfrm>
              <a:off x="4210494" y="606056"/>
              <a:ext cx="6492947" cy="1988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762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4" name="Овал 93">
              <a:extLst>
                <a:ext uri="{FF2B5EF4-FFF2-40B4-BE49-F238E27FC236}">
                  <a16:creationId xmlns:a16="http://schemas.microsoft.com/office/drawing/2014/main" id="{FDCA0A2B-1EFE-4878-946B-7CAE1FE6DEA5}"/>
                </a:ext>
              </a:extLst>
            </p:cNvPr>
            <p:cNvSpPr/>
            <p:nvPr/>
          </p:nvSpPr>
          <p:spPr>
            <a:xfrm>
              <a:off x="3742661" y="839971"/>
              <a:ext cx="170121" cy="17012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7" name="Овал 96">
              <a:extLst>
                <a:ext uri="{FF2B5EF4-FFF2-40B4-BE49-F238E27FC236}">
                  <a16:creationId xmlns:a16="http://schemas.microsoft.com/office/drawing/2014/main" id="{84C1BD3C-0ABC-431B-99C0-F7266F8971EC}"/>
                </a:ext>
              </a:extLst>
            </p:cNvPr>
            <p:cNvSpPr/>
            <p:nvPr/>
          </p:nvSpPr>
          <p:spPr>
            <a:xfrm>
              <a:off x="4245933" y="839971"/>
              <a:ext cx="170121" cy="17012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8" name="Овал 97">
              <a:extLst>
                <a:ext uri="{FF2B5EF4-FFF2-40B4-BE49-F238E27FC236}">
                  <a16:creationId xmlns:a16="http://schemas.microsoft.com/office/drawing/2014/main" id="{72A4170F-3693-4151-A86D-860C3C2E818D}"/>
                </a:ext>
              </a:extLst>
            </p:cNvPr>
            <p:cNvSpPr/>
            <p:nvPr/>
          </p:nvSpPr>
          <p:spPr>
            <a:xfrm>
              <a:off x="3742661" y="1509823"/>
              <a:ext cx="170121" cy="17012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9" name="Овал 98">
              <a:extLst>
                <a:ext uri="{FF2B5EF4-FFF2-40B4-BE49-F238E27FC236}">
                  <a16:creationId xmlns:a16="http://schemas.microsoft.com/office/drawing/2014/main" id="{A1621E4E-C974-4161-8724-1E14F6C26829}"/>
                </a:ext>
              </a:extLst>
            </p:cNvPr>
            <p:cNvSpPr/>
            <p:nvPr/>
          </p:nvSpPr>
          <p:spPr>
            <a:xfrm>
              <a:off x="4245933" y="1509823"/>
              <a:ext cx="170121" cy="17012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0" name="Овал 99">
              <a:extLst>
                <a:ext uri="{FF2B5EF4-FFF2-40B4-BE49-F238E27FC236}">
                  <a16:creationId xmlns:a16="http://schemas.microsoft.com/office/drawing/2014/main" id="{A5C2651D-4A00-49E5-937A-97AE9E09AE45}"/>
                </a:ext>
              </a:extLst>
            </p:cNvPr>
            <p:cNvSpPr/>
            <p:nvPr/>
          </p:nvSpPr>
          <p:spPr>
            <a:xfrm>
              <a:off x="3742661" y="2179675"/>
              <a:ext cx="170121" cy="17012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1" name="Овал 100">
              <a:extLst>
                <a:ext uri="{FF2B5EF4-FFF2-40B4-BE49-F238E27FC236}">
                  <a16:creationId xmlns:a16="http://schemas.microsoft.com/office/drawing/2014/main" id="{C5B5FAC8-561F-4645-9602-79CED83E8E0A}"/>
                </a:ext>
              </a:extLst>
            </p:cNvPr>
            <p:cNvSpPr/>
            <p:nvPr/>
          </p:nvSpPr>
          <p:spPr>
            <a:xfrm>
              <a:off x="4245933" y="2179675"/>
              <a:ext cx="170121" cy="17012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02" name="Прямая соединительная линия 101">
              <a:extLst>
                <a:ext uri="{FF2B5EF4-FFF2-40B4-BE49-F238E27FC236}">
                  <a16:creationId xmlns:a16="http://schemas.microsoft.com/office/drawing/2014/main" id="{42C5C3CA-16BA-4927-894A-B1C3B09C5F43}"/>
                </a:ext>
              </a:extLst>
            </p:cNvPr>
            <p:cNvCxnSpPr>
              <a:cxnSpLocks/>
            </p:cNvCxnSpPr>
            <p:nvPr/>
          </p:nvCxnSpPr>
          <p:spPr>
            <a:xfrm>
              <a:off x="3838355" y="914401"/>
              <a:ext cx="468000" cy="0"/>
            </a:xfrm>
            <a:prstGeom prst="line">
              <a:avLst/>
            </a:prstGeom>
            <a:ln w="92075" cap="rnd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rgbClr val="BDBDBD"/>
                  </a:gs>
                  <a:gs pos="83000">
                    <a:srgbClr val="BDBDBD"/>
                  </a:gs>
                  <a:gs pos="100000">
                    <a:srgbClr val="D9D9D9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Прямая соединительная линия 102">
              <a:extLst>
                <a:ext uri="{FF2B5EF4-FFF2-40B4-BE49-F238E27FC236}">
                  <a16:creationId xmlns:a16="http://schemas.microsoft.com/office/drawing/2014/main" id="{9CF5DF51-4C86-4741-B986-400EC3E0AEDB}"/>
                </a:ext>
              </a:extLst>
            </p:cNvPr>
            <p:cNvCxnSpPr>
              <a:cxnSpLocks/>
            </p:cNvCxnSpPr>
            <p:nvPr/>
          </p:nvCxnSpPr>
          <p:spPr>
            <a:xfrm>
              <a:off x="3838355" y="1585176"/>
              <a:ext cx="468000" cy="0"/>
            </a:xfrm>
            <a:prstGeom prst="line">
              <a:avLst/>
            </a:prstGeom>
            <a:ln w="92075" cap="rnd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rgbClr val="BDBDBD"/>
                  </a:gs>
                  <a:gs pos="83000">
                    <a:srgbClr val="BDBDBD"/>
                  </a:gs>
                  <a:gs pos="100000">
                    <a:srgbClr val="D9D9D9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Прямая соединительная линия 103">
              <a:extLst>
                <a:ext uri="{FF2B5EF4-FFF2-40B4-BE49-F238E27FC236}">
                  <a16:creationId xmlns:a16="http://schemas.microsoft.com/office/drawing/2014/main" id="{48028B75-0596-4698-96C3-048F9F9834D0}"/>
                </a:ext>
              </a:extLst>
            </p:cNvPr>
            <p:cNvCxnSpPr>
              <a:cxnSpLocks/>
            </p:cNvCxnSpPr>
            <p:nvPr/>
          </p:nvCxnSpPr>
          <p:spPr>
            <a:xfrm>
              <a:off x="3838355" y="2269204"/>
              <a:ext cx="468000" cy="0"/>
            </a:xfrm>
            <a:prstGeom prst="line">
              <a:avLst/>
            </a:prstGeom>
            <a:ln w="92075" cap="rnd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rgbClr val="BDBDBD"/>
                  </a:gs>
                  <a:gs pos="83000">
                    <a:srgbClr val="BDBDBD"/>
                  </a:gs>
                  <a:gs pos="100000">
                    <a:srgbClr val="D9D9D9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3E017205-630A-47C1-9D08-C8404683F495}"/>
                </a:ext>
              </a:extLst>
            </p:cNvPr>
            <p:cNvSpPr txBox="1"/>
            <p:nvPr/>
          </p:nvSpPr>
          <p:spPr>
            <a:xfrm>
              <a:off x="1690579" y="998974"/>
              <a:ext cx="210524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НАЗВАНИЕ</a:t>
              </a:r>
            </a:p>
            <a:p>
              <a:r>
                <a:rPr lang="ru-RU" sz="2400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ЭТАПА</a:t>
              </a:r>
            </a:p>
            <a:p>
              <a:r>
                <a:rPr lang="ru-RU" sz="2400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ТРИ СТРОКИ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651D2605-F0EC-4120-92E5-68818C8004A7}"/>
                </a:ext>
              </a:extLst>
            </p:cNvPr>
            <p:cNvSpPr txBox="1"/>
            <p:nvPr/>
          </p:nvSpPr>
          <p:spPr>
            <a:xfrm>
              <a:off x="4628706" y="1010092"/>
              <a:ext cx="29487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>
                  <a:solidFill>
                    <a:srgbClr val="ED6245"/>
                  </a:solidFill>
                  <a:latin typeface="Bahnschrift" panose="020B0502040204020203" pitchFamily="34" charset="0"/>
                </a:rPr>
                <a:t>ОПИСАНИЕ ЭТАПА</a:t>
              </a:r>
            </a:p>
          </p:txBody>
        </p:sp>
        <p:sp>
          <p:nvSpPr>
            <p:cNvPr id="107" name="Прямоугольный треугольник 106">
              <a:extLst>
                <a:ext uri="{FF2B5EF4-FFF2-40B4-BE49-F238E27FC236}">
                  <a16:creationId xmlns:a16="http://schemas.microsoft.com/office/drawing/2014/main" id="{A0A0CE4F-C496-44C5-B736-5B283FCD881F}"/>
                </a:ext>
              </a:extLst>
            </p:cNvPr>
            <p:cNvSpPr/>
            <p:nvPr/>
          </p:nvSpPr>
          <p:spPr>
            <a:xfrm rot="10800000">
              <a:off x="10196792" y="606056"/>
              <a:ext cx="510362" cy="482969"/>
            </a:xfrm>
            <a:prstGeom prst="rtTriangle">
              <a:avLst/>
            </a:prstGeom>
            <a:solidFill>
              <a:srgbClr val="ED62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rgbClr val="ED6245"/>
                </a:solidFill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4F2F2922-2145-402C-B1B5-57CB628BAE3C}"/>
                </a:ext>
              </a:extLst>
            </p:cNvPr>
            <p:cNvSpPr txBox="1"/>
            <p:nvPr/>
          </p:nvSpPr>
          <p:spPr>
            <a:xfrm>
              <a:off x="4639339" y="1257446"/>
              <a:ext cx="29487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dirty="0">
                  <a:solidFill>
                    <a:srgbClr val="BDBDBD"/>
                  </a:solidFill>
                  <a:latin typeface="Bahnschrift" panose="020B0502040204020203" pitchFamily="34" charset="0"/>
                </a:rPr>
                <a:t>ОПИСАНИЕ ЭТАПА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2DF03E95-FFB0-4048-AF92-F41D4B09A060}"/>
                </a:ext>
              </a:extLst>
            </p:cNvPr>
            <p:cNvSpPr txBox="1"/>
            <p:nvPr/>
          </p:nvSpPr>
          <p:spPr>
            <a:xfrm>
              <a:off x="4639339" y="1585176"/>
              <a:ext cx="555745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ndara" panose="020E0502030303020204" pitchFamily="34" charset="0"/>
                </a:rPr>
                <a:t>Описание этапа. Дайте короткое описание этому этапу, которое соответствует теме данного слайда</a:t>
              </a:r>
            </a:p>
          </p:txBody>
        </p:sp>
      </p:grpSp>
      <p:grpSp>
        <p:nvGrpSpPr>
          <p:cNvPr id="111" name="Группа 110">
            <a:extLst>
              <a:ext uri="{FF2B5EF4-FFF2-40B4-BE49-F238E27FC236}">
                <a16:creationId xmlns:a16="http://schemas.microsoft.com/office/drawing/2014/main" id="{BB8ECE6F-CEA0-414C-8519-124E5BC9025A}"/>
              </a:ext>
            </a:extLst>
          </p:cNvPr>
          <p:cNvGrpSpPr/>
          <p:nvPr/>
        </p:nvGrpSpPr>
        <p:grpSpPr>
          <a:xfrm>
            <a:off x="1417339" y="4597005"/>
            <a:ext cx="9303655" cy="2249604"/>
            <a:chOff x="1403499" y="606056"/>
            <a:chExt cx="9303655" cy="2249604"/>
          </a:xfrm>
        </p:grpSpPr>
        <p:pic>
          <p:nvPicPr>
            <p:cNvPr id="112" name="Picture 6">
              <a:extLst>
                <a:ext uri="{FF2B5EF4-FFF2-40B4-BE49-F238E27FC236}">
                  <a16:creationId xmlns:a16="http://schemas.microsoft.com/office/drawing/2014/main" id="{2DA0E136-1FAE-48E4-B460-DF47123A8E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499" y="2508773"/>
              <a:ext cx="2551814" cy="3468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3" name="Прямоугольник 112">
              <a:extLst>
                <a:ext uri="{FF2B5EF4-FFF2-40B4-BE49-F238E27FC236}">
                  <a16:creationId xmlns:a16="http://schemas.microsoft.com/office/drawing/2014/main" id="{B6D0064D-DF90-4A49-A73B-9DDAC0DBED80}"/>
                </a:ext>
              </a:extLst>
            </p:cNvPr>
            <p:cNvSpPr/>
            <p:nvPr/>
          </p:nvSpPr>
          <p:spPr>
            <a:xfrm>
              <a:off x="1488559" y="606056"/>
              <a:ext cx="2466753" cy="1988288"/>
            </a:xfrm>
            <a:prstGeom prst="rect">
              <a:avLst/>
            </a:prstGeom>
            <a:solidFill>
              <a:srgbClr val="F6B24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4" name="Прямоугольник 113">
              <a:extLst>
                <a:ext uri="{FF2B5EF4-FFF2-40B4-BE49-F238E27FC236}">
                  <a16:creationId xmlns:a16="http://schemas.microsoft.com/office/drawing/2014/main" id="{DB0BC351-9611-4C2D-B85D-567A276B7555}"/>
                </a:ext>
              </a:extLst>
            </p:cNvPr>
            <p:cNvSpPr/>
            <p:nvPr/>
          </p:nvSpPr>
          <p:spPr>
            <a:xfrm>
              <a:off x="4210494" y="606056"/>
              <a:ext cx="6492947" cy="1988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762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8" name="Овал 117">
              <a:extLst>
                <a:ext uri="{FF2B5EF4-FFF2-40B4-BE49-F238E27FC236}">
                  <a16:creationId xmlns:a16="http://schemas.microsoft.com/office/drawing/2014/main" id="{C8E57743-4C1C-49D2-84D9-F3827452B225}"/>
                </a:ext>
              </a:extLst>
            </p:cNvPr>
            <p:cNvSpPr/>
            <p:nvPr/>
          </p:nvSpPr>
          <p:spPr>
            <a:xfrm>
              <a:off x="3742661" y="839971"/>
              <a:ext cx="170121" cy="17012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2" name="Овал 131">
              <a:extLst>
                <a:ext uri="{FF2B5EF4-FFF2-40B4-BE49-F238E27FC236}">
                  <a16:creationId xmlns:a16="http://schemas.microsoft.com/office/drawing/2014/main" id="{C6DE7B94-3B08-48E3-96E2-C1F06E2BCE36}"/>
                </a:ext>
              </a:extLst>
            </p:cNvPr>
            <p:cNvSpPr/>
            <p:nvPr/>
          </p:nvSpPr>
          <p:spPr>
            <a:xfrm>
              <a:off x="4245933" y="839971"/>
              <a:ext cx="170121" cy="17012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3" name="Овал 132">
              <a:extLst>
                <a:ext uri="{FF2B5EF4-FFF2-40B4-BE49-F238E27FC236}">
                  <a16:creationId xmlns:a16="http://schemas.microsoft.com/office/drawing/2014/main" id="{1ED1D1FE-1399-4B29-AD97-717E8309F88F}"/>
                </a:ext>
              </a:extLst>
            </p:cNvPr>
            <p:cNvSpPr/>
            <p:nvPr/>
          </p:nvSpPr>
          <p:spPr>
            <a:xfrm>
              <a:off x="3742661" y="1509823"/>
              <a:ext cx="170121" cy="17012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4" name="Овал 133">
              <a:extLst>
                <a:ext uri="{FF2B5EF4-FFF2-40B4-BE49-F238E27FC236}">
                  <a16:creationId xmlns:a16="http://schemas.microsoft.com/office/drawing/2014/main" id="{91FC7FC3-A744-4F47-A118-38C522C61213}"/>
                </a:ext>
              </a:extLst>
            </p:cNvPr>
            <p:cNvSpPr/>
            <p:nvPr/>
          </p:nvSpPr>
          <p:spPr>
            <a:xfrm>
              <a:off x="4245933" y="1509823"/>
              <a:ext cx="170121" cy="17012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5" name="Овал 134">
              <a:extLst>
                <a:ext uri="{FF2B5EF4-FFF2-40B4-BE49-F238E27FC236}">
                  <a16:creationId xmlns:a16="http://schemas.microsoft.com/office/drawing/2014/main" id="{83829D3D-2C79-451E-AF6E-B5C7F1D76FB6}"/>
                </a:ext>
              </a:extLst>
            </p:cNvPr>
            <p:cNvSpPr/>
            <p:nvPr/>
          </p:nvSpPr>
          <p:spPr>
            <a:xfrm>
              <a:off x="3742661" y="2179675"/>
              <a:ext cx="170121" cy="17012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6" name="Овал 135">
              <a:extLst>
                <a:ext uri="{FF2B5EF4-FFF2-40B4-BE49-F238E27FC236}">
                  <a16:creationId xmlns:a16="http://schemas.microsoft.com/office/drawing/2014/main" id="{D0F45033-04AA-48CE-B478-BAEA7B30560D}"/>
                </a:ext>
              </a:extLst>
            </p:cNvPr>
            <p:cNvSpPr/>
            <p:nvPr/>
          </p:nvSpPr>
          <p:spPr>
            <a:xfrm>
              <a:off x="4245933" y="2179675"/>
              <a:ext cx="170121" cy="17012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37" name="Прямая соединительная линия 136">
              <a:extLst>
                <a:ext uri="{FF2B5EF4-FFF2-40B4-BE49-F238E27FC236}">
                  <a16:creationId xmlns:a16="http://schemas.microsoft.com/office/drawing/2014/main" id="{B5B3F44E-3511-4C5F-80F2-9830AA6B8494}"/>
                </a:ext>
              </a:extLst>
            </p:cNvPr>
            <p:cNvCxnSpPr>
              <a:cxnSpLocks/>
            </p:cNvCxnSpPr>
            <p:nvPr/>
          </p:nvCxnSpPr>
          <p:spPr>
            <a:xfrm>
              <a:off x="3838355" y="914401"/>
              <a:ext cx="468000" cy="0"/>
            </a:xfrm>
            <a:prstGeom prst="line">
              <a:avLst/>
            </a:prstGeom>
            <a:ln w="92075" cap="rnd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rgbClr val="BDBDBD"/>
                  </a:gs>
                  <a:gs pos="83000">
                    <a:srgbClr val="BDBDBD"/>
                  </a:gs>
                  <a:gs pos="100000">
                    <a:srgbClr val="D9D9D9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Прямая соединительная линия 137">
              <a:extLst>
                <a:ext uri="{FF2B5EF4-FFF2-40B4-BE49-F238E27FC236}">
                  <a16:creationId xmlns:a16="http://schemas.microsoft.com/office/drawing/2014/main" id="{0D8B2F0D-D51C-4855-9AEF-4F9D6C991739}"/>
                </a:ext>
              </a:extLst>
            </p:cNvPr>
            <p:cNvCxnSpPr>
              <a:cxnSpLocks/>
            </p:cNvCxnSpPr>
            <p:nvPr/>
          </p:nvCxnSpPr>
          <p:spPr>
            <a:xfrm>
              <a:off x="3838355" y="1585176"/>
              <a:ext cx="468000" cy="0"/>
            </a:xfrm>
            <a:prstGeom prst="line">
              <a:avLst/>
            </a:prstGeom>
            <a:ln w="92075" cap="rnd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rgbClr val="BDBDBD"/>
                  </a:gs>
                  <a:gs pos="83000">
                    <a:srgbClr val="BDBDBD"/>
                  </a:gs>
                  <a:gs pos="100000">
                    <a:srgbClr val="D9D9D9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Прямая соединительная линия 138">
              <a:extLst>
                <a:ext uri="{FF2B5EF4-FFF2-40B4-BE49-F238E27FC236}">
                  <a16:creationId xmlns:a16="http://schemas.microsoft.com/office/drawing/2014/main" id="{1D8321B6-4BC6-463C-B804-6BE77E7C1B71}"/>
                </a:ext>
              </a:extLst>
            </p:cNvPr>
            <p:cNvCxnSpPr>
              <a:cxnSpLocks/>
            </p:cNvCxnSpPr>
            <p:nvPr/>
          </p:nvCxnSpPr>
          <p:spPr>
            <a:xfrm>
              <a:off x="3838355" y="2269204"/>
              <a:ext cx="468000" cy="0"/>
            </a:xfrm>
            <a:prstGeom prst="line">
              <a:avLst/>
            </a:prstGeom>
            <a:ln w="92075" cap="rnd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rgbClr val="BDBDBD"/>
                  </a:gs>
                  <a:gs pos="83000">
                    <a:srgbClr val="BDBDBD"/>
                  </a:gs>
                  <a:gs pos="100000">
                    <a:srgbClr val="D9D9D9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6B5C97BB-37EF-4829-9EE9-16638D77208D}"/>
                </a:ext>
              </a:extLst>
            </p:cNvPr>
            <p:cNvSpPr txBox="1"/>
            <p:nvPr/>
          </p:nvSpPr>
          <p:spPr>
            <a:xfrm>
              <a:off x="1690579" y="998974"/>
              <a:ext cx="210524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НАЗВАНИЕ</a:t>
              </a:r>
            </a:p>
            <a:p>
              <a:r>
                <a:rPr lang="ru-RU" sz="2400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ЭТАПА</a:t>
              </a:r>
            </a:p>
            <a:p>
              <a:r>
                <a:rPr lang="ru-RU" sz="2400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ТРИ СТРОКИ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86E161B4-9209-4694-9849-316A62CDE178}"/>
                </a:ext>
              </a:extLst>
            </p:cNvPr>
            <p:cNvSpPr txBox="1"/>
            <p:nvPr/>
          </p:nvSpPr>
          <p:spPr>
            <a:xfrm>
              <a:off x="4628706" y="1010092"/>
              <a:ext cx="29487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>
                  <a:solidFill>
                    <a:srgbClr val="F6B243"/>
                  </a:solidFill>
                  <a:latin typeface="Bahnschrift" panose="020B0502040204020203" pitchFamily="34" charset="0"/>
                </a:rPr>
                <a:t>ОПИСАНИЕ ЭТАПА</a:t>
              </a:r>
            </a:p>
          </p:txBody>
        </p:sp>
        <p:sp>
          <p:nvSpPr>
            <p:cNvPr id="142" name="Прямоугольный треугольник 141">
              <a:extLst>
                <a:ext uri="{FF2B5EF4-FFF2-40B4-BE49-F238E27FC236}">
                  <a16:creationId xmlns:a16="http://schemas.microsoft.com/office/drawing/2014/main" id="{E5CE2932-92AE-4F25-9FD7-CB7EBFEC9E43}"/>
                </a:ext>
              </a:extLst>
            </p:cNvPr>
            <p:cNvSpPr/>
            <p:nvPr/>
          </p:nvSpPr>
          <p:spPr>
            <a:xfrm rot="10800000">
              <a:off x="10196792" y="606056"/>
              <a:ext cx="510362" cy="482969"/>
            </a:xfrm>
            <a:prstGeom prst="rtTriangle">
              <a:avLst/>
            </a:prstGeom>
            <a:solidFill>
              <a:srgbClr val="F6B2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36FB9E40-BD86-4F5F-B7F7-70B287B5BAFF}"/>
                </a:ext>
              </a:extLst>
            </p:cNvPr>
            <p:cNvSpPr txBox="1"/>
            <p:nvPr/>
          </p:nvSpPr>
          <p:spPr>
            <a:xfrm>
              <a:off x="4639339" y="1257446"/>
              <a:ext cx="29487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dirty="0">
                  <a:solidFill>
                    <a:srgbClr val="BDBDBD"/>
                  </a:solidFill>
                  <a:latin typeface="Bahnschrift" panose="020B0502040204020203" pitchFamily="34" charset="0"/>
                </a:rPr>
                <a:t>ОПИСАНИЕ ЭТАПА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86C9782E-2FEC-48B0-AFB2-B228B7FF7D61}"/>
                </a:ext>
              </a:extLst>
            </p:cNvPr>
            <p:cNvSpPr txBox="1"/>
            <p:nvPr/>
          </p:nvSpPr>
          <p:spPr>
            <a:xfrm>
              <a:off x="4639339" y="1585176"/>
              <a:ext cx="555745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ndara" panose="020E0502030303020204" pitchFamily="34" charset="0"/>
                </a:rPr>
                <a:t>Описание этапа. Дайте короткое описание этому этапу, которое соответствует теме данного слайда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79252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FE3B71C-3254-4B02-9C29-1CCA257EB5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12DFF6E7-81C1-4EE4-A6DF-725687AA3A08}"/>
              </a:ext>
            </a:extLst>
          </p:cNvPr>
          <p:cNvGrpSpPr/>
          <p:nvPr/>
        </p:nvGrpSpPr>
        <p:grpSpPr>
          <a:xfrm>
            <a:off x="1417339" y="287074"/>
            <a:ext cx="9303655" cy="2249604"/>
            <a:chOff x="1403499" y="606056"/>
            <a:chExt cx="9303655" cy="2249604"/>
          </a:xfrm>
        </p:grpSpPr>
        <p:pic>
          <p:nvPicPr>
            <p:cNvPr id="2054" name="Picture 6">
              <a:extLst>
                <a:ext uri="{FF2B5EF4-FFF2-40B4-BE49-F238E27FC236}">
                  <a16:creationId xmlns:a16="http://schemas.microsoft.com/office/drawing/2014/main" id="{489D9692-7F3B-4F85-A226-8DB97D642B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499" y="2508773"/>
              <a:ext cx="2551814" cy="3468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B22E3C9B-0EF7-4A4E-A03A-643A5AFE7894}"/>
                </a:ext>
              </a:extLst>
            </p:cNvPr>
            <p:cNvSpPr/>
            <p:nvPr/>
          </p:nvSpPr>
          <p:spPr>
            <a:xfrm>
              <a:off x="1488559" y="606056"/>
              <a:ext cx="2466753" cy="1988288"/>
            </a:xfrm>
            <a:prstGeom prst="rect">
              <a:avLst/>
            </a:prstGeom>
            <a:solidFill>
              <a:srgbClr val="63B978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id="{2CE7FA27-3B3C-4B5D-8FE2-EF715D7B9D6B}"/>
                </a:ext>
              </a:extLst>
            </p:cNvPr>
            <p:cNvSpPr/>
            <p:nvPr/>
          </p:nvSpPr>
          <p:spPr>
            <a:xfrm>
              <a:off x="4210494" y="606056"/>
              <a:ext cx="6492947" cy="1988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762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580B1D3C-91A2-43DF-A746-9B459C5F1C2E}"/>
                </a:ext>
              </a:extLst>
            </p:cNvPr>
            <p:cNvSpPr/>
            <p:nvPr/>
          </p:nvSpPr>
          <p:spPr>
            <a:xfrm>
              <a:off x="3742661" y="839971"/>
              <a:ext cx="170121" cy="17012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Овал 40">
              <a:extLst>
                <a:ext uri="{FF2B5EF4-FFF2-40B4-BE49-F238E27FC236}">
                  <a16:creationId xmlns:a16="http://schemas.microsoft.com/office/drawing/2014/main" id="{63F0C294-E343-4E3D-8918-D4E3C06695E1}"/>
                </a:ext>
              </a:extLst>
            </p:cNvPr>
            <p:cNvSpPr/>
            <p:nvPr/>
          </p:nvSpPr>
          <p:spPr>
            <a:xfrm>
              <a:off x="4245933" y="839971"/>
              <a:ext cx="170121" cy="17012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Овал 41">
              <a:extLst>
                <a:ext uri="{FF2B5EF4-FFF2-40B4-BE49-F238E27FC236}">
                  <a16:creationId xmlns:a16="http://schemas.microsoft.com/office/drawing/2014/main" id="{683B297B-A9EC-47C2-9822-B2D10ADFBBAF}"/>
                </a:ext>
              </a:extLst>
            </p:cNvPr>
            <p:cNvSpPr/>
            <p:nvPr/>
          </p:nvSpPr>
          <p:spPr>
            <a:xfrm>
              <a:off x="3742661" y="1509823"/>
              <a:ext cx="170121" cy="17012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3" name="Овал 42">
              <a:extLst>
                <a:ext uri="{FF2B5EF4-FFF2-40B4-BE49-F238E27FC236}">
                  <a16:creationId xmlns:a16="http://schemas.microsoft.com/office/drawing/2014/main" id="{5D2AE503-82B5-4DA5-8CCF-B0208F1D1C0D}"/>
                </a:ext>
              </a:extLst>
            </p:cNvPr>
            <p:cNvSpPr/>
            <p:nvPr/>
          </p:nvSpPr>
          <p:spPr>
            <a:xfrm>
              <a:off x="4245933" y="1509823"/>
              <a:ext cx="170121" cy="17012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4" name="Овал 43">
              <a:extLst>
                <a:ext uri="{FF2B5EF4-FFF2-40B4-BE49-F238E27FC236}">
                  <a16:creationId xmlns:a16="http://schemas.microsoft.com/office/drawing/2014/main" id="{EE496B3E-6344-4890-9450-F9EBC5EFE559}"/>
                </a:ext>
              </a:extLst>
            </p:cNvPr>
            <p:cNvSpPr/>
            <p:nvPr/>
          </p:nvSpPr>
          <p:spPr>
            <a:xfrm>
              <a:off x="3742661" y="2179675"/>
              <a:ext cx="170121" cy="17012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5" name="Овал 44">
              <a:extLst>
                <a:ext uri="{FF2B5EF4-FFF2-40B4-BE49-F238E27FC236}">
                  <a16:creationId xmlns:a16="http://schemas.microsoft.com/office/drawing/2014/main" id="{A4CE64F8-9F0D-4746-BB17-4312526C37F4}"/>
                </a:ext>
              </a:extLst>
            </p:cNvPr>
            <p:cNvSpPr/>
            <p:nvPr/>
          </p:nvSpPr>
          <p:spPr>
            <a:xfrm>
              <a:off x="4245933" y="2179675"/>
              <a:ext cx="170121" cy="17012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7" name="Прямая соединительная линия 6">
              <a:extLst>
                <a:ext uri="{FF2B5EF4-FFF2-40B4-BE49-F238E27FC236}">
                  <a16:creationId xmlns:a16="http://schemas.microsoft.com/office/drawing/2014/main" id="{CF578AC7-073E-4F64-BC32-CCD9B3B57421}"/>
                </a:ext>
              </a:extLst>
            </p:cNvPr>
            <p:cNvCxnSpPr>
              <a:cxnSpLocks/>
            </p:cNvCxnSpPr>
            <p:nvPr/>
          </p:nvCxnSpPr>
          <p:spPr>
            <a:xfrm>
              <a:off x="3838355" y="914401"/>
              <a:ext cx="468000" cy="0"/>
            </a:xfrm>
            <a:prstGeom prst="line">
              <a:avLst/>
            </a:prstGeom>
            <a:ln w="92075" cap="rnd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rgbClr val="BDBDBD"/>
                  </a:gs>
                  <a:gs pos="83000">
                    <a:srgbClr val="BDBDBD"/>
                  </a:gs>
                  <a:gs pos="100000">
                    <a:srgbClr val="D9D9D9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Прямая соединительная линия 48">
              <a:extLst>
                <a:ext uri="{FF2B5EF4-FFF2-40B4-BE49-F238E27FC236}">
                  <a16:creationId xmlns:a16="http://schemas.microsoft.com/office/drawing/2014/main" id="{577145FE-BCF2-4618-B85C-9870BA176A7C}"/>
                </a:ext>
              </a:extLst>
            </p:cNvPr>
            <p:cNvCxnSpPr>
              <a:cxnSpLocks/>
            </p:cNvCxnSpPr>
            <p:nvPr/>
          </p:nvCxnSpPr>
          <p:spPr>
            <a:xfrm>
              <a:off x="3838355" y="1585176"/>
              <a:ext cx="468000" cy="0"/>
            </a:xfrm>
            <a:prstGeom prst="line">
              <a:avLst/>
            </a:prstGeom>
            <a:ln w="92075" cap="rnd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rgbClr val="BDBDBD"/>
                  </a:gs>
                  <a:gs pos="83000">
                    <a:srgbClr val="BDBDBD"/>
                  </a:gs>
                  <a:gs pos="100000">
                    <a:srgbClr val="D9D9D9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Прямая соединительная линия 49">
              <a:extLst>
                <a:ext uri="{FF2B5EF4-FFF2-40B4-BE49-F238E27FC236}">
                  <a16:creationId xmlns:a16="http://schemas.microsoft.com/office/drawing/2014/main" id="{82AED6E7-DC8D-4E5A-94EF-88033985365C}"/>
                </a:ext>
              </a:extLst>
            </p:cNvPr>
            <p:cNvCxnSpPr>
              <a:cxnSpLocks/>
            </p:cNvCxnSpPr>
            <p:nvPr/>
          </p:nvCxnSpPr>
          <p:spPr>
            <a:xfrm>
              <a:off x="3838355" y="2269204"/>
              <a:ext cx="468000" cy="0"/>
            </a:xfrm>
            <a:prstGeom prst="line">
              <a:avLst/>
            </a:prstGeom>
            <a:ln w="92075" cap="rnd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rgbClr val="BDBDBD"/>
                  </a:gs>
                  <a:gs pos="83000">
                    <a:srgbClr val="BDBDBD"/>
                  </a:gs>
                  <a:gs pos="100000">
                    <a:srgbClr val="D9D9D9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5E42E16-42D1-4A0E-B6D1-AEDE806229D4}"/>
                </a:ext>
              </a:extLst>
            </p:cNvPr>
            <p:cNvSpPr txBox="1"/>
            <p:nvPr/>
          </p:nvSpPr>
          <p:spPr>
            <a:xfrm>
              <a:off x="1690579" y="998974"/>
              <a:ext cx="210524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НАЗВАНИЕ</a:t>
              </a:r>
            </a:p>
            <a:p>
              <a:r>
                <a:rPr lang="ru-RU" sz="2400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ЭТАПА</a:t>
              </a:r>
            </a:p>
            <a:p>
              <a:r>
                <a:rPr lang="ru-RU" sz="2400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ТРИ СТРОКИ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49CCEEE-4D80-4044-B953-B18E1180D056}"/>
                </a:ext>
              </a:extLst>
            </p:cNvPr>
            <p:cNvSpPr txBox="1"/>
            <p:nvPr/>
          </p:nvSpPr>
          <p:spPr>
            <a:xfrm>
              <a:off x="4628706" y="1010092"/>
              <a:ext cx="29487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>
                  <a:solidFill>
                    <a:srgbClr val="61BA79"/>
                  </a:solidFill>
                  <a:latin typeface="Bahnschrift" panose="020B0502040204020203" pitchFamily="34" charset="0"/>
                </a:rPr>
                <a:t>ОПИСАНИЕ ЭТАПА</a:t>
              </a:r>
            </a:p>
          </p:txBody>
        </p:sp>
        <p:sp>
          <p:nvSpPr>
            <p:cNvPr id="15" name="Прямоугольный треугольник 14">
              <a:extLst>
                <a:ext uri="{FF2B5EF4-FFF2-40B4-BE49-F238E27FC236}">
                  <a16:creationId xmlns:a16="http://schemas.microsoft.com/office/drawing/2014/main" id="{817BC641-E487-4579-9B65-5E339CE578DB}"/>
                </a:ext>
              </a:extLst>
            </p:cNvPr>
            <p:cNvSpPr/>
            <p:nvPr/>
          </p:nvSpPr>
          <p:spPr>
            <a:xfrm rot="10800000">
              <a:off x="10196792" y="606056"/>
              <a:ext cx="510362" cy="482969"/>
            </a:xfrm>
            <a:prstGeom prst="rtTriangle">
              <a:avLst/>
            </a:prstGeom>
            <a:solidFill>
              <a:srgbClr val="63B9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446DBBB-D73C-4218-8ABB-6777BAD2038E}"/>
                </a:ext>
              </a:extLst>
            </p:cNvPr>
            <p:cNvSpPr txBox="1"/>
            <p:nvPr/>
          </p:nvSpPr>
          <p:spPr>
            <a:xfrm>
              <a:off x="4639339" y="1257446"/>
              <a:ext cx="29487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dirty="0">
                  <a:solidFill>
                    <a:srgbClr val="BDBDBD"/>
                  </a:solidFill>
                  <a:latin typeface="Bahnschrift" panose="020B0502040204020203" pitchFamily="34" charset="0"/>
                </a:rPr>
                <a:t>ОПИСАНИЕ ЭТАПА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C065CFD-6684-4A1E-B4BB-EAF32BA7B5E3}"/>
                </a:ext>
              </a:extLst>
            </p:cNvPr>
            <p:cNvSpPr txBox="1"/>
            <p:nvPr/>
          </p:nvSpPr>
          <p:spPr>
            <a:xfrm>
              <a:off x="4639339" y="1585176"/>
              <a:ext cx="555745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ndara" panose="020E0502030303020204" pitchFamily="34" charset="0"/>
                </a:rPr>
                <a:t>Описание этапа. Дайте короткое описание этому этапу, которое соответствует теме данного слайда</a:t>
              </a:r>
            </a:p>
          </p:txBody>
        </p:sp>
      </p:grpSp>
      <p:grpSp>
        <p:nvGrpSpPr>
          <p:cNvPr id="87" name="Группа 86">
            <a:extLst>
              <a:ext uri="{FF2B5EF4-FFF2-40B4-BE49-F238E27FC236}">
                <a16:creationId xmlns:a16="http://schemas.microsoft.com/office/drawing/2014/main" id="{236B9E18-9973-40EF-BFE1-302824469AB5}"/>
              </a:ext>
            </a:extLst>
          </p:cNvPr>
          <p:cNvGrpSpPr/>
          <p:nvPr/>
        </p:nvGrpSpPr>
        <p:grpSpPr>
          <a:xfrm>
            <a:off x="1417339" y="2442039"/>
            <a:ext cx="9303655" cy="2249604"/>
            <a:chOff x="1403499" y="606056"/>
            <a:chExt cx="9303655" cy="2249604"/>
          </a:xfrm>
        </p:grpSpPr>
        <p:pic>
          <p:nvPicPr>
            <p:cNvPr id="91" name="Picture 6">
              <a:extLst>
                <a:ext uri="{FF2B5EF4-FFF2-40B4-BE49-F238E27FC236}">
                  <a16:creationId xmlns:a16="http://schemas.microsoft.com/office/drawing/2014/main" id="{4F41C01B-C76E-4F82-930F-EF720782F7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499" y="2508773"/>
              <a:ext cx="2551814" cy="3468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2" name="Прямоугольник 91">
              <a:extLst>
                <a:ext uri="{FF2B5EF4-FFF2-40B4-BE49-F238E27FC236}">
                  <a16:creationId xmlns:a16="http://schemas.microsoft.com/office/drawing/2014/main" id="{EE4994E4-3C3E-4312-B76C-F067180A848A}"/>
                </a:ext>
              </a:extLst>
            </p:cNvPr>
            <p:cNvSpPr/>
            <p:nvPr/>
          </p:nvSpPr>
          <p:spPr>
            <a:xfrm>
              <a:off x="1488559" y="606056"/>
              <a:ext cx="2466753" cy="1988288"/>
            </a:xfrm>
            <a:prstGeom prst="rect">
              <a:avLst/>
            </a:prstGeom>
            <a:solidFill>
              <a:srgbClr val="ED6245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93" name="Прямоугольник 92">
              <a:extLst>
                <a:ext uri="{FF2B5EF4-FFF2-40B4-BE49-F238E27FC236}">
                  <a16:creationId xmlns:a16="http://schemas.microsoft.com/office/drawing/2014/main" id="{CA59CD57-C5A2-4FF2-B094-99AEDCD39EC8}"/>
                </a:ext>
              </a:extLst>
            </p:cNvPr>
            <p:cNvSpPr/>
            <p:nvPr/>
          </p:nvSpPr>
          <p:spPr>
            <a:xfrm>
              <a:off x="4210494" y="606056"/>
              <a:ext cx="6492947" cy="1988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762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4" name="Овал 93">
              <a:extLst>
                <a:ext uri="{FF2B5EF4-FFF2-40B4-BE49-F238E27FC236}">
                  <a16:creationId xmlns:a16="http://schemas.microsoft.com/office/drawing/2014/main" id="{FDCA0A2B-1EFE-4878-946B-7CAE1FE6DEA5}"/>
                </a:ext>
              </a:extLst>
            </p:cNvPr>
            <p:cNvSpPr/>
            <p:nvPr/>
          </p:nvSpPr>
          <p:spPr>
            <a:xfrm>
              <a:off x="3742661" y="839971"/>
              <a:ext cx="170121" cy="17012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7" name="Овал 96">
              <a:extLst>
                <a:ext uri="{FF2B5EF4-FFF2-40B4-BE49-F238E27FC236}">
                  <a16:creationId xmlns:a16="http://schemas.microsoft.com/office/drawing/2014/main" id="{84C1BD3C-0ABC-431B-99C0-F7266F8971EC}"/>
                </a:ext>
              </a:extLst>
            </p:cNvPr>
            <p:cNvSpPr/>
            <p:nvPr/>
          </p:nvSpPr>
          <p:spPr>
            <a:xfrm>
              <a:off x="4245933" y="839971"/>
              <a:ext cx="170121" cy="17012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8" name="Овал 97">
              <a:extLst>
                <a:ext uri="{FF2B5EF4-FFF2-40B4-BE49-F238E27FC236}">
                  <a16:creationId xmlns:a16="http://schemas.microsoft.com/office/drawing/2014/main" id="{72A4170F-3693-4151-A86D-860C3C2E818D}"/>
                </a:ext>
              </a:extLst>
            </p:cNvPr>
            <p:cNvSpPr/>
            <p:nvPr/>
          </p:nvSpPr>
          <p:spPr>
            <a:xfrm>
              <a:off x="3742661" y="1509823"/>
              <a:ext cx="170121" cy="17012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9" name="Овал 98">
              <a:extLst>
                <a:ext uri="{FF2B5EF4-FFF2-40B4-BE49-F238E27FC236}">
                  <a16:creationId xmlns:a16="http://schemas.microsoft.com/office/drawing/2014/main" id="{A1621E4E-C974-4161-8724-1E14F6C26829}"/>
                </a:ext>
              </a:extLst>
            </p:cNvPr>
            <p:cNvSpPr/>
            <p:nvPr/>
          </p:nvSpPr>
          <p:spPr>
            <a:xfrm>
              <a:off x="4245933" y="1509823"/>
              <a:ext cx="170121" cy="17012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0" name="Овал 99">
              <a:extLst>
                <a:ext uri="{FF2B5EF4-FFF2-40B4-BE49-F238E27FC236}">
                  <a16:creationId xmlns:a16="http://schemas.microsoft.com/office/drawing/2014/main" id="{A5C2651D-4A00-49E5-937A-97AE9E09AE45}"/>
                </a:ext>
              </a:extLst>
            </p:cNvPr>
            <p:cNvSpPr/>
            <p:nvPr/>
          </p:nvSpPr>
          <p:spPr>
            <a:xfrm>
              <a:off x="3742661" y="2179675"/>
              <a:ext cx="170121" cy="17012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1" name="Овал 100">
              <a:extLst>
                <a:ext uri="{FF2B5EF4-FFF2-40B4-BE49-F238E27FC236}">
                  <a16:creationId xmlns:a16="http://schemas.microsoft.com/office/drawing/2014/main" id="{C5B5FAC8-561F-4645-9602-79CED83E8E0A}"/>
                </a:ext>
              </a:extLst>
            </p:cNvPr>
            <p:cNvSpPr/>
            <p:nvPr/>
          </p:nvSpPr>
          <p:spPr>
            <a:xfrm>
              <a:off x="4245933" y="2179675"/>
              <a:ext cx="170121" cy="17012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02" name="Прямая соединительная линия 101">
              <a:extLst>
                <a:ext uri="{FF2B5EF4-FFF2-40B4-BE49-F238E27FC236}">
                  <a16:creationId xmlns:a16="http://schemas.microsoft.com/office/drawing/2014/main" id="{42C5C3CA-16BA-4927-894A-B1C3B09C5F43}"/>
                </a:ext>
              </a:extLst>
            </p:cNvPr>
            <p:cNvCxnSpPr>
              <a:cxnSpLocks/>
            </p:cNvCxnSpPr>
            <p:nvPr/>
          </p:nvCxnSpPr>
          <p:spPr>
            <a:xfrm>
              <a:off x="3838355" y="914401"/>
              <a:ext cx="468000" cy="0"/>
            </a:xfrm>
            <a:prstGeom prst="line">
              <a:avLst/>
            </a:prstGeom>
            <a:ln w="92075" cap="rnd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rgbClr val="BDBDBD"/>
                  </a:gs>
                  <a:gs pos="83000">
                    <a:srgbClr val="BDBDBD"/>
                  </a:gs>
                  <a:gs pos="100000">
                    <a:srgbClr val="D9D9D9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Прямая соединительная линия 102">
              <a:extLst>
                <a:ext uri="{FF2B5EF4-FFF2-40B4-BE49-F238E27FC236}">
                  <a16:creationId xmlns:a16="http://schemas.microsoft.com/office/drawing/2014/main" id="{9CF5DF51-4C86-4741-B986-400EC3E0AEDB}"/>
                </a:ext>
              </a:extLst>
            </p:cNvPr>
            <p:cNvCxnSpPr>
              <a:cxnSpLocks/>
            </p:cNvCxnSpPr>
            <p:nvPr/>
          </p:nvCxnSpPr>
          <p:spPr>
            <a:xfrm>
              <a:off x="3838355" y="1585176"/>
              <a:ext cx="468000" cy="0"/>
            </a:xfrm>
            <a:prstGeom prst="line">
              <a:avLst/>
            </a:prstGeom>
            <a:ln w="92075" cap="rnd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rgbClr val="BDBDBD"/>
                  </a:gs>
                  <a:gs pos="83000">
                    <a:srgbClr val="BDBDBD"/>
                  </a:gs>
                  <a:gs pos="100000">
                    <a:srgbClr val="D9D9D9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Прямая соединительная линия 103">
              <a:extLst>
                <a:ext uri="{FF2B5EF4-FFF2-40B4-BE49-F238E27FC236}">
                  <a16:creationId xmlns:a16="http://schemas.microsoft.com/office/drawing/2014/main" id="{48028B75-0596-4698-96C3-048F9F9834D0}"/>
                </a:ext>
              </a:extLst>
            </p:cNvPr>
            <p:cNvCxnSpPr>
              <a:cxnSpLocks/>
            </p:cNvCxnSpPr>
            <p:nvPr/>
          </p:nvCxnSpPr>
          <p:spPr>
            <a:xfrm>
              <a:off x="3838355" y="2269204"/>
              <a:ext cx="468000" cy="0"/>
            </a:xfrm>
            <a:prstGeom prst="line">
              <a:avLst/>
            </a:prstGeom>
            <a:ln w="92075" cap="rnd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rgbClr val="BDBDBD"/>
                  </a:gs>
                  <a:gs pos="83000">
                    <a:srgbClr val="BDBDBD"/>
                  </a:gs>
                  <a:gs pos="100000">
                    <a:srgbClr val="D9D9D9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3E017205-630A-47C1-9D08-C8404683F495}"/>
                </a:ext>
              </a:extLst>
            </p:cNvPr>
            <p:cNvSpPr txBox="1"/>
            <p:nvPr/>
          </p:nvSpPr>
          <p:spPr>
            <a:xfrm>
              <a:off x="1690579" y="998974"/>
              <a:ext cx="210524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НАЗВАНИЕ</a:t>
              </a:r>
            </a:p>
            <a:p>
              <a:r>
                <a:rPr lang="ru-RU" sz="2400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ЭТАПА</a:t>
              </a:r>
            </a:p>
            <a:p>
              <a:r>
                <a:rPr lang="ru-RU" sz="2400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ТРИ СТРОКИ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651D2605-F0EC-4120-92E5-68818C8004A7}"/>
                </a:ext>
              </a:extLst>
            </p:cNvPr>
            <p:cNvSpPr txBox="1"/>
            <p:nvPr/>
          </p:nvSpPr>
          <p:spPr>
            <a:xfrm>
              <a:off x="4628706" y="1010092"/>
              <a:ext cx="29487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>
                  <a:solidFill>
                    <a:srgbClr val="ED6245"/>
                  </a:solidFill>
                  <a:latin typeface="Bahnschrift" panose="020B0502040204020203" pitchFamily="34" charset="0"/>
                </a:rPr>
                <a:t>ОПИСАНИЕ ЭТАПА</a:t>
              </a:r>
            </a:p>
          </p:txBody>
        </p:sp>
        <p:sp>
          <p:nvSpPr>
            <p:cNvPr id="107" name="Прямоугольный треугольник 106">
              <a:extLst>
                <a:ext uri="{FF2B5EF4-FFF2-40B4-BE49-F238E27FC236}">
                  <a16:creationId xmlns:a16="http://schemas.microsoft.com/office/drawing/2014/main" id="{A0A0CE4F-C496-44C5-B736-5B283FCD881F}"/>
                </a:ext>
              </a:extLst>
            </p:cNvPr>
            <p:cNvSpPr/>
            <p:nvPr/>
          </p:nvSpPr>
          <p:spPr>
            <a:xfrm rot="10800000">
              <a:off x="10196792" y="606056"/>
              <a:ext cx="510362" cy="482969"/>
            </a:xfrm>
            <a:prstGeom prst="rtTriangle">
              <a:avLst/>
            </a:prstGeom>
            <a:solidFill>
              <a:srgbClr val="ED62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rgbClr val="ED6245"/>
                </a:solidFill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4F2F2922-2145-402C-B1B5-57CB628BAE3C}"/>
                </a:ext>
              </a:extLst>
            </p:cNvPr>
            <p:cNvSpPr txBox="1"/>
            <p:nvPr/>
          </p:nvSpPr>
          <p:spPr>
            <a:xfrm>
              <a:off x="4639339" y="1257446"/>
              <a:ext cx="29487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dirty="0">
                  <a:solidFill>
                    <a:srgbClr val="BDBDBD"/>
                  </a:solidFill>
                  <a:latin typeface="Bahnschrift" panose="020B0502040204020203" pitchFamily="34" charset="0"/>
                </a:rPr>
                <a:t>ОПИСАНИЕ ЭТАПА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2DF03E95-FFB0-4048-AF92-F41D4B09A060}"/>
                </a:ext>
              </a:extLst>
            </p:cNvPr>
            <p:cNvSpPr txBox="1"/>
            <p:nvPr/>
          </p:nvSpPr>
          <p:spPr>
            <a:xfrm>
              <a:off x="4639339" y="1585176"/>
              <a:ext cx="555745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ndara" panose="020E0502030303020204" pitchFamily="34" charset="0"/>
                </a:rPr>
                <a:t>Описание этапа. Дайте короткое описание этому этапу, которое соответствует теме данного слайда</a:t>
              </a:r>
            </a:p>
          </p:txBody>
        </p:sp>
      </p:grpSp>
      <p:grpSp>
        <p:nvGrpSpPr>
          <p:cNvPr id="111" name="Группа 110">
            <a:extLst>
              <a:ext uri="{FF2B5EF4-FFF2-40B4-BE49-F238E27FC236}">
                <a16:creationId xmlns:a16="http://schemas.microsoft.com/office/drawing/2014/main" id="{BB8ECE6F-CEA0-414C-8519-124E5BC9025A}"/>
              </a:ext>
            </a:extLst>
          </p:cNvPr>
          <p:cNvGrpSpPr/>
          <p:nvPr/>
        </p:nvGrpSpPr>
        <p:grpSpPr>
          <a:xfrm>
            <a:off x="1417339" y="4597005"/>
            <a:ext cx="9303655" cy="2249604"/>
            <a:chOff x="1403499" y="606056"/>
            <a:chExt cx="9303655" cy="2249604"/>
          </a:xfrm>
        </p:grpSpPr>
        <p:pic>
          <p:nvPicPr>
            <p:cNvPr id="112" name="Picture 6">
              <a:extLst>
                <a:ext uri="{FF2B5EF4-FFF2-40B4-BE49-F238E27FC236}">
                  <a16:creationId xmlns:a16="http://schemas.microsoft.com/office/drawing/2014/main" id="{2DA0E136-1FAE-48E4-B460-DF47123A8E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499" y="2508773"/>
              <a:ext cx="2551814" cy="3468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3" name="Прямоугольник 112">
              <a:extLst>
                <a:ext uri="{FF2B5EF4-FFF2-40B4-BE49-F238E27FC236}">
                  <a16:creationId xmlns:a16="http://schemas.microsoft.com/office/drawing/2014/main" id="{B6D0064D-DF90-4A49-A73B-9DDAC0DBED80}"/>
                </a:ext>
              </a:extLst>
            </p:cNvPr>
            <p:cNvSpPr/>
            <p:nvPr/>
          </p:nvSpPr>
          <p:spPr>
            <a:xfrm>
              <a:off x="1488559" y="606056"/>
              <a:ext cx="2466753" cy="1988288"/>
            </a:xfrm>
            <a:prstGeom prst="rect">
              <a:avLst/>
            </a:prstGeom>
            <a:solidFill>
              <a:srgbClr val="F6B24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4" name="Прямоугольник 113">
              <a:extLst>
                <a:ext uri="{FF2B5EF4-FFF2-40B4-BE49-F238E27FC236}">
                  <a16:creationId xmlns:a16="http://schemas.microsoft.com/office/drawing/2014/main" id="{DB0BC351-9611-4C2D-B85D-567A276B7555}"/>
                </a:ext>
              </a:extLst>
            </p:cNvPr>
            <p:cNvSpPr/>
            <p:nvPr/>
          </p:nvSpPr>
          <p:spPr>
            <a:xfrm>
              <a:off x="4210494" y="606056"/>
              <a:ext cx="6492947" cy="1988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762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8" name="Овал 117">
              <a:extLst>
                <a:ext uri="{FF2B5EF4-FFF2-40B4-BE49-F238E27FC236}">
                  <a16:creationId xmlns:a16="http://schemas.microsoft.com/office/drawing/2014/main" id="{C8E57743-4C1C-49D2-84D9-F3827452B225}"/>
                </a:ext>
              </a:extLst>
            </p:cNvPr>
            <p:cNvSpPr/>
            <p:nvPr/>
          </p:nvSpPr>
          <p:spPr>
            <a:xfrm>
              <a:off x="3742661" y="839971"/>
              <a:ext cx="170121" cy="17012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2" name="Овал 131">
              <a:extLst>
                <a:ext uri="{FF2B5EF4-FFF2-40B4-BE49-F238E27FC236}">
                  <a16:creationId xmlns:a16="http://schemas.microsoft.com/office/drawing/2014/main" id="{C6DE7B94-3B08-48E3-96E2-C1F06E2BCE36}"/>
                </a:ext>
              </a:extLst>
            </p:cNvPr>
            <p:cNvSpPr/>
            <p:nvPr/>
          </p:nvSpPr>
          <p:spPr>
            <a:xfrm>
              <a:off x="4245933" y="839971"/>
              <a:ext cx="170121" cy="17012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3" name="Овал 132">
              <a:extLst>
                <a:ext uri="{FF2B5EF4-FFF2-40B4-BE49-F238E27FC236}">
                  <a16:creationId xmlns:a16="http://schemas.microsoft.com/office/drawing/2014/main" id="{1ED1D1FE-1399-4B29-AD97-717E8309F88F}"/>
                </a:ext>
              </a:extLst>
            </p:cNvPr>
            <p:cNvSpPr/>
            <p:nvPr/>
          </p:nvSpPr>
          <p:spPr>
            <a:xfrm>
              <a:off x="3742661" y="1509823"/>
              <a:ext cx="170121" cy="17012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4" name="Овал 133">
              <a:extLst>
                <a:ext uri="{FF2B5EF4-FFF2-40B4-BE49-F238E27FC236}">
                  <a16:creationId xmlns:a16="http://schemas.microsoft.com/office/drawing/2014/main" id="{91FC7FC3-A744-4F47-A118-38C522C61213}"/>
                </a:ext>
              </a:extLst>
            </p:cNvPr>
            <p:cNvSpPr/>
            <p:nvPr/>
          </p:nvSpPr>
          <p:spPr>
            <a:xfrm>
              <a:off x="4245933" y="1509823"/>
              <a:ext cx="170121" cy="17012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5" name="Овал 134">
              <a:extLst>
                <a:ext uri="{FF2B5EF4-FFF2-40B4-BE49-F238E27FC236}">
                  <a16:creationId xmlns:a16="http://schemas.microsoft.com/office/drawing/2014/main" id="{83829D3D-2C79-451E-AF6E-B5C7F1D76FB6}"/>
                </a:ext>
              </a:extLst>
            </p:cNvPr>
            <p:cNvSpPr/>
            <p:nvPr/>
          </p:nvSpPr>
          <p:spPr>
            <a:xfrm>
              <a:off x="3742661" y="2179675"/>
              <a:ext cx="170121" cy="17012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6" name="Овал 135">
              <a:extLst>
                <a:ext uri="{FF2B5EF4-FFF2-40B4-BE49-F238E27FC236}">
                  <a16:creationId xmlns:a16="http://schemas.microsoft.com/office/drawing/2014/main" id="{D0F45033-04AA-48CE-B478-BAEA7B30560D}"/>
                </a:ext>
              </a:extLst>
            </p:cNvPr>
            <p:cNvSpPr/>
            <p:nvPr/>
          </p:nvSpPr>
          <p:spPr>
            <a:xfrm>
              <a:off x="4245933" y="2179675"/>
              <a:ext cx="170121" cy="17012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37" name="Прямая соединительная линия 136">
              <a:extLst>
                <a:ext uri="{FF2B5EF4-FFF2-40B4-BE49-F238E27FC236}">
                  <a16:creationId xmlns:a16="http://schemas.microsoft.com/office/drawing/2014/main" id="{B5B3F44E-3511-4C5F-80F2-9830AA6B8494}"/>
                </a:ext>
              </a:extLst>
            </p:cNvPr>
            <p:cNvCxnSpPr>
              <a:cxnSpLocks/>
            </p:cNvCxnSpPr>
            <p:nvPr/>
          </p:nvCxnSpPr>
          <p:spPr>
            <a:xfrm>
              <a:off x="3838355" y="914401"/>
              <a:ext cx="468000" cy="0"/>
            </a:xfrm>
            <a:prstGeom prst="line">
              <a:avLst/>
            </a:prstGeom>
            <a:ln w="92075" cap="rnd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rgbClr val="BDBDBD"/>
                  </a:gs>
                  <a:gs pos="83000">
                    <a:srgbClr val="BDBDBD"/>
                  </a:gs>
                  <a:gs pos="100000">
                    <a:srgbClr val="D9D9D9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Прямая соединительная линия 137">
              <a:extLst>
                <a:ext uri="{FF2B5EF4-FFF2-40B4-BE49-F238E27FC236}">
                  <a16:creationId xmlns:a16="http://schemas.microsoft.com/office/drawing/2014/main" id="{0D8B2F0D-D51C-4855-9AEF-4F9D6C991739}"/>
                </a:ext>
              </a:extLst>
            </p:cNvPr>
            <p:cNvCxnSpPr>
              <a:cxnSpLocks/>
            </p:cNvCxnSpPr>
            <p:nvPr/>
          </p:nvCxnSpPr>
          <p:spPr>
            <a:xfrm>
              <a:off x="3838355" y="1585176"/>
              <a:ext cx="468000" cy="0"/>
            </a:xfrm>
            <a:prstGeom prst="line">
              <a:avLst/>
            </a:prstGeom>
            <a:ln w="92075" cap="rnd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rgbClr val="BDBDBD"/>
                  </a:gs>
                  <a:gs pos="83000">
                    <a:srgbClr val="BDBDBD"/>
                  </a:gs>
                  <a:gs pos="100000">
                    <a:srgbClr val="D9D9D9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Прямая соединительная линия 138">
              <a:extLst>
                <a:ext uri="{FF2B5EF4-FFF2-40B4-BE49-F238E27FC236}">
                  <a16:creationId xmlns:a16="http://schemas.microsoft.com/office/drawing/2014/main" id="{1D8321B6-4BC6-463C-B804-6BE77E7C1B71}"/>
                </a:ext>
              </a:extLst>
            </p:cNvPr>
            <p:cNvCxnSpPr>
              <a:cxnSpLocks/>
            </p:cNvCxnSpPr>
            <p:nvPr/>
          </p:nvCxnSpPr>
          <p:spPr>
            <a:xfrm>
              <a:off x="3838355" y="2269204"/>
              <a:ext cx="468000" cy="0"/>
            </a:xfrm>
            <a:prstGeom prst="line">
              <a:avLst/>
            </a:prstGeom>
            <a:ln w="92075" cap="rnd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rgbClr val="BDBDBD"/>
                  </a:gs>
                  <a:gs pos="83000">
                    <a:srgbClr val="BDBDBD"/>
                  </a:gs>
                  <a:gs pos="100000">
                    <a:srgbClr val="D9D9D9"/>
                  </a:gs>
                </a:gsLst>
                <a:lin ang="5400000" scaled="1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6B5C97BB-37EF-4829-9EE9-16638D77208D}"/>
                </a:ext>
              </a:extLst>
            </p:cNvPr>
            <p:cNvSpPr txBox="1"/>
            <p:nvPr/>
          </p:nvSpPr>
          <p:spPr>
            <a:xfrm>
              <a:off x="1690579" y="998974"/>
              <a:ext cx="210524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НАЗВАНИЕ</a:t>
              </a:r>
            </a:p>
            <a:p>
              <a:r>
                <a:rPr lang="ru-RU" sz="2400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ЭТАПА</a:t>
              </a:r>
            </a:p>
            <a:p>
              <a:r>
                <a:rPr lang="ru-RU" sz="2400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ТРИ СТРОКИ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86E161B4-9209-4694-9849-316A62CDE178}"/>
                </a:ext>
              </a:extLst>
            </p:cNvPr>
            <p:cNvSpPr txBox="1"/>
            <p:nvPr/>
          </p:nvSpPr>
          <p:spPr>
            <a:xfrm>
              <a:off x="4628706" y="1010092"/>
              <a:ext cx="29487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>
                  <a:solidFill>
                    <a:srgbClr val="F6B243"/>
                  </a:solidFill>
                  <a:latin typeface="Bahnschrift" panose="020B0502040204020203" pitchFamily="34" charset="0"/>
                </a:rPr>
                <a:t>ОПИСАНИЕ ЭТАПА</a:t>
              </a:r>
            </a:p>
          </p:txBody>
        </p:sp>
        <p:sp>
          <p:nvSpPr>
            <p:cNvPr id="142" name="Прямоугольный треугольник 141">
              <a:extLst>
                <a:ext uri="{FF2B5EF4-FFF2-40B4-BE49-F238E27FC236}">
                  <a16:creationId xmlns:a16="http://schemas.microsoft.com/office/drawing/2014/main" id="{E5CE2932-92AE-4F25-9FD7-CB7EBFEC9E43}"/>
                </a:ext>
              </a:extLst>
            </p:cNvPr>
            <p:cNvSpPr/>
            <p:nvPr/>
          </p:nvSpPr>
          <p:spPr>
            <a:xfrm rot="10800000">
              <a:off x="10196792" y="606056"/>
              <a:ext cx="510362" cy="482969"/>
            </a:xfrm>
            <a:prstGeom prst="rtTriangle">
              <a:avLst/>
            </a:prstGeom>
            <a:solidFill>
              <a:srgbClr val="F6B2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36FB9E40-BD86-4F5F-B7F7-70B287B5BAFF}"/>
                </a:ext>
              </a:extLst>
            </p:cNvPr>
            <p:cNvSpPr txBox="1"/>
            <p:nvPr/>
          </p:nvSpPr>
          <p:spPr>
            <a:xfrm>
              <a:off x="4639339" y="1257446"/>
              <a:ext cx="29487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dirty="0">
                  <a:solidFill>
                    <a:srgbClr val="BDBDBD"/>
                  </a:solidFill>
                  <a:latin typeface="Bahnschrift" panose="020B0502040204020203" pitchFamily="34" charset="0"/>
                </a:rPr>
                <a:t>ОПИСАНИЕ ЭТАПА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86C9782E-2FEC-48B0-AFB2-B228B7FF7D61}"/>
                </a:ext>
              </a:extLst>
            </p:cNvPr>
            <p:cNvSpPr txBox="1"/>
            <p:nvPr/>
          </p:nvSpPr>
          <p:spPr>
            <a:xfrm>
              <a:off x="4639339" y="1585176"/>
              <a:ext cx="555745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ndara" panose="020E0502030303020204" pitchFamily="34" charset="0"/>
                </a:rPr>
                <a:t>Описание этапа. Дайте короткое описание этому этапу, которое соответствует теме данного слайда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1580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FE3B71C-3254-4B02-9C29-1CCA257EB5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17D5EEFC-2EF7-45BC-8619-0CE5DDC81CD1}"/>
              </a:ext>
            </a:extLst>
          </p:cNvPr>
          <p:cNvGrpSpPr/>
          <p:nvPr/>
        </p:nvGrpSpPr>
        <p:grpSpPr>
          <a:xfrm>
            <a:off x="1419016" y="809280"/>
            <a:ext cx="9099965" cy="1473200"/>
            <a:chOff x="1136235" y="850900"/>
            <a:chExt cx="9099965" cy="1473200"/>
          </a:xfrm>
        </p:grpSpPr>
        <p:sp>
          <p:nvSpPr>
            <p:cNvPr id="4" name="Стрелка: пятиугольник 3">
              <a:extLst>
                <a:ext uri="{FF2B5EF4-FFF2-40B4-BE49-F238E27FC236}">
                  <a16:creationId xmlns:a16="http://schemas.microsoft.com/office/drawing/2014/main" id="{C1894F64-544E-4DF6-BE1A-73920A98C447}"/>
                </a:ext>
              </a:extLst>
            </p:cNvPr>
            <p:cNvSpPr/>
            <p:nvPr/>
          </p:nvSpPr>
          <p:spPr>
            <a:xfrm>
              <a:off x="1447800" y="901700"/>
              <a:ext cx="2324100" cy="1422400"/>
            </a:xfrm>
            <a:prstGeom prst="homePlate">
              <a:avLst/>
            </a:prstGeom>
            <a:gradFill flip="none" rotWithShape="1">
              <a:gsLst>
                <a:gs pos="0">
                  <a:srgbClr val="D13B33"/>
                </a:gs>
                <a:gs pos="55000">
                  <a:srgbClr val="A32B25"/>
                </a:gs>
                <a:gs pos="74000">
                  <a:srgbClr val="8B2620"/>
                </a:gs>
              </a:gsLst>
              <a:path path="circle">
                <a:fillToRect l="100000" t="100000"/>
              </a:path>
              <a:tileRect r="-100000" b="-100000"/>
            </a:gradFill>
            <a:ln w="25400">
              <a:solidFill>
                <a:schemeClr val="bg1"/>
              </a:solidFill>
            </a:ln>
            <a:effectLst>
              <a:outerShdw blurRad="762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4" name="Полилиния: фигура 53">
              <a:extLst>
                <a:ext uri="{FF2B5EF4-FFF2-40B4-BE49-F238E27FC236}">
                  <a16:creationId xmlns:a16="http://schemas.microsoft.com/office/drawing/2014/main" id="{E474D92E-D66C-4406-9164-9CE62C749148}"/>
                </a:ext>
              </a:extLst>
            </p:cNvPr>
            <p:cNvSpPr/>
            <p:nvPr/>
          </p:nvSpPr>
          <p:spPr>
            <a:xfrm>
              <a:off x="3416300" y="901700"/>
              <a:ext cx="6819900" cy="1422400"/>
            </a:xfrm>
            <a:custGeom>
              <a:avLst/>
              <a:gdLst>
                <a:gd name="connsiteX0" fmla="*/ 0 w 6819900"/>
                <a:gd name="connsiteY0" fmla="*/ 0 h 1422400"/>
                <a:gd name="connsiteX1" fmla="*/ 2590800 w 6819900"/>
                <a:gd name="connsiteY1" fmla="*/ 0 h 1422400"/>
                <a:gd name="connsiteX2" fmla="*/ 5384800 w 6819900"/>
                <a:gd name="connsiteY2" fmla="*/ 0 h 1422400"/>
                <a:gd name="connsiteX3" fmla="*/ 6819900 w 6819900"/>
                <a:gd name="connsiteY3" fmla="*/ 0 h 1422400"/>
                <a:gd name="connsiteX4" fmla="*/ 6819900 w 6819900"/>
                <a:gd name="connsiteY4" fmla="*/ 1422400 h 1422400"/>
                <a:gd name="connsiteX5" fmla="*/ 5384800 w 6819900"/>
                <a:gd name="connsiteY5" fmla="*/ 1422400 h 1422400"/>
                <a:gd name="connsiteX6" fmla="*/ 2590800 w 6819900"/>
                <a:gd name="connsiteY6" fmla="*/ 1422400 h 1422400"/>
                <a:gd name="connsiteX7" fmla="*/ 0 w 6819900"/>
                <a:gd name="connsiteY7" fmla="*/ 1422400 h 1422400"/>
                <a:gd name="connsiteX8" fmla="*/ 711200 w 6819900"/>
                <a:gd name="connsiteY8" fmla="*/ 711200 h 142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19900" h="1422400">
                  <a:moveTo>
                    <a:pt x="0" y="0"/>
                  </a:moveTo>
                  <a:lnTo>
                    <a:pt x="2590800" y="0"/>
                  </a:lnTo>
                  <a:lnTo>
                    <a:pt x="5384800" y="0"/>
                  </a:lnTo>
                  <a:lnTo>
                    <a:pt x="6819900" y="0"/>
                  </a:lnTo>
                  <a:lnTo>
                    <a:pt x="6819900" y="1422400"/>
                  </a:lnTo>
                  <a:lnTo>
                    <a:pt x="5384800" y="1422400"/>
                  </a:lnTo>
                  <a:lnTo>
                    <a:pt x="2590800" y="1422400"/>
                  </a:lnTo>
                  <a:lnTo>
                    <a:pt x="0" y="1422400"/>
                  </a:lnTo>
                  <a:lnTo>
                    <a:pt x="711200" y="7112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762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991A9997-1DA0-4E48-B23E-90C5010A77B3}"/>
                </a:ext>
              </a:extLst>
            </p:cNvPr>
            <p:cNvSpPr/>
            <p:nvPr/>
          </p:nvSpPr>
          <p:spPr>
            <a:xfrm>
              <a:off x="3003550" y="1060450"/>
              <a:ext cx="1104900" cy="1104900"/>
            </a:xfrm>
            <a:prstGeom prst="ellipse">
              <a:avLst/>
            </a:prstGeom>
            <a:gradFill>
              <a:gsLst>
                <a:gs pos="0">
                  <a:srgbClr val="D13B33"/>
                </a:gs>
                <a:gs pos="55000">
                  <a:srgbClr val="A32B25"/>
                </a:gs>
                <a:gs pos="74000">
                  <a:srgbClr val="8B2620"/>
                </a:gs>
              </a:gsLst>
              <a:path path="circle">
                <a:fillToRect l="100000" t="100000"/>
              </a:path>
            </a:gradFill>
            <a:ln w="101600">
              <a:solidFill>
                <a:schemeClr val="bg1"/>
              </a:solidFill>
            </a:ln>
            <a:effectLst>
              <a:outerShdw blurRad="762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FBC8569-1609-4E26-ACD8-4DB3AD7833D0}"/>
                </a:ext>
              </a:extLst>
            </p:cNvPr>
            <p:cNvSpPr txBox="1"/>
            <p:nvPr/>
          </p:nvSpPr>
          <p:spPr>
            <a:xfrm flipH="1">
              <a:off x="1136235" y="850900"/>
              <a:ext cx="147361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0</a:t>
              </a:r>
              <a:r>
                <a:rPr lang="ru-RU" sz="48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C0907E4-1B52-4D53-8250-FAF4B76A6FEE}"/>
                </a:ext>
              </a:extLst>
            </p:cNvPr>
            <p:cNvSpPr txBox="1"/>
            <p:nvPr/>
          </p:nvSpPr>
          <p:spPr>
            <a:xfrm>
              <a:off x="1555750" y="1603375"/>
              <a:ext cx="151765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Название этапа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E4C0591-80E7-478E-B218-04ABDD5AC78B}"/>
                </a:ext>
              </a:extLst>
            </p:cNvPr>
            <p:cNvSpPr txBox="1"/>
            <p:nvPr/>
          </p:nvSpPr>
          <p:spPr>
            <a:xfrm>
              <a:off x="4330949" y="1127125"/>
              <a:ext cx="29487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>
                  <a:solidFill>
                    <a:srgbClr val="C00000"/>
                  </a:solidFill>
                  <a:latin typeface="Bahnschrift" panose="020B0502040204020203" pitchFamily="34" charset="0"/>
                </a:rPr>
                <a:t>ОПИСАНИЕ ЭТАПА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D227EC7-322F-4AFF-83EC-845CFBAFB89C}"/>
                </a:ext>
              </a:extLst>
            </p:cNvPr>
            <p:cNvSpPr txBox="1"/>
            <p:nvPr/>
          </p:nvSpPr>
          <p:spPr>
            <a:xfrm>
              <a:off x="4341582" y="1470201"/>
              <a:ext cx="497775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ndara" panose="020E0502030303020204" pitchFamily="34" charset="0"/>
                </a:rPr>
                <a:t>Описание этапа. Дайте короткое описание этому этапу, которое соответствует теме данного слайда</a:t>
              </a:r>
            </a:p>
          </p:txBody>
        </p:sp>
        <p:pic>
          <p:nvPicPr>
            <p:cNvPr id="11" name="Рисунок 10" descr="Центр обработки вызовов со сплошной заливкой">
              <a:extLst>
                <a:ext uri="{FF2B5EF4-FFF2-40B4-BE49-F238E27FC236}">
                  <a16:creationId xmlns:a16="http://schemas.microsoft.com/office/drawing/2014/main" id="{68A62A3C-25AF-43AA-8DF9-36E1940CE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248150" y="1291798"/>
              <a:ext cx="635000" cy="635000"/>
            </a:xfrm>
            <a:prstGeom prst="rect">
              <a:avLst/>
            </a:prstGeom>
          </p:spPr>
        </p:pic>
      </p:grpSp>
      <p:grpSp>
        <p:nvGrpSpPr>
          <p:cNvPr id="64" name="Группа 63">
            <a:extLst>
              <a:ext uri="{FF2B5EF4-FFF2-40B4-BE49-F238E27FC236}">
                <a16:creationId xmlns:a16="http://schemas.microsoft.com/office/drawing/2014/main" id="{83D4D879-B036-4544-9BBE-116EC50C27FC}"/>
              </a:ext>
            </a:extLst>
          </p:cNvPr>
          <p:cNvGrpSpPr/>
          <p:nvPr/>
        </p:nvGrpSpPr>
        <p:grpSpPr>
          <a:xfrm flipH="1">
            <a:off x="1730581" y="2536481"/>
            <a:ext cx="9099965" cy="1473200"/>
            <a:chOff x="1136235" y="850900"/>
            <a:chExt cx="9099965" cy="1473200"/>
          </a:xfrm>
        </p:grpSpPr>
        <p:sp>
          <p:nvSpPr>
            <p:cNvPr id="65" name="Стрелка: пятиугольник 64">
              <a:extLst>
                <a:ext uri="{FF2B5EF4-FFF2-40B4-BE49-F238E27FC236}">
                  <a16:creationId xmlns:a16="http://schemas.microsoft.com/office/drawing/2014/main" id="{5D4467A6-FDD5-4EC2-A52C-D93C2054B4A8}"/>
                </a:ext>
              </a:extLst>
            </p:cNvPr>
            <p:cNvSpPr/>
            <p:nvPr/>
          </p:nvSpPr>
          <p:spPr>
            <a:xfrm>
              <a:off x="1447800" y="901700"/>
              <a:ext cx="2324100" cy="1422400"/>
            </a:xfrm>
            <a:prstGeom prst="homePlate">
              <a:avLst/>
            </a:prstGeom>
            <a:gradFill flip="none" rotWithShape="1">
              <a:gsLst>
                <a:gs pos="0">
                  <a:srgbClr val="A9B812"/>
                </a:gs>
                <a:gs pos="55000">
                  <a:srgbClr val="8A9C1F"/>
                </a:gs>
                <a:gs pos="74000">
                  <a:srgbClr val="688629"/>
                </a:gs>
              </a:gsLst>
              <a:path path="circle">
                <a:fillToRect l="100000" t="100000"/>
              </a:path>
              <a:tileRect r="-100000" b="-100000"/>
            </a:gradFill>
            <a:ln w="25400">
              <a:solidFill>
                <a:schemeClr val="bg1"/>
              </a:solidFill>
            </a:ln>
            <a:effectLst>
              <a:outerShdw blurRad="762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6" name="Полилиния: фигура 65">
              <a:extLst>
                <a:ext uri="{FF2B5EF4-FFF2-40B4-BE49-F238E27FC236}">
                  <a16:creationId xmlns:a16="http://schemas.microsoft.com/office/drawing/2014/main" id="{DB8A3463-6AE2-4D4A-9C2B-FB81EFAA033E}"/>
                </a:ext>
              </a:extLst>
            </p:cNvPr>
            <p:cNvSpPr/>
            <p:nvPr/>
          </p:nvSpPr>
          <p:spPr>
            <a:xfrm>
              <a:off x="3416300" y="901700"/>
              <a:ext cx="6819900" cy="1422400"/>
            </a:xfrm>
            <a:custGeom>
              <a:avLst/>
              <a:gdLst>
                <a:gd name="connsiteX0" fmla="*/ 0 w 6819900"/>
                <a:gd name="connsiteY0" fmla="*/ 0 h 1422400"/>
                <a:gd name="connsiteX1" fmla="*/ 2590800 w 6819900"/>
                <a:gd name="connsiteY1" fmla="*/ 0 h 1422400"/>
                <a:gd name="connsiteX2" fmla="*/ 5384800 w 6819900"/>
                <a:gd name="connsiteY2" fmla="*/ 0 h 1422400"/>
                <a:gd name="connsiteX3" fmla="*/ 6819900 w 6819900"/>
                <a:gd name="connsiteY3" fmla="*/ 0 h 1422400"/>
                <a:gd name="connsiteX4" fmla="*/ 6819900 w 6819900"/>
                <a:gd name="connsiteY4" fmla="*/ 1422400 h 1422400"/>
                <a:gd name="connsiteX5" fmla="*/ 5384800 w 6819900"/>
                <a:gd name="connsiteY5" fmla="*/ 1422400 h 1422400"/>
                <a:gd name="connsiteX6" fmla="*/ 2590800 w 6819900"/>
                <a:gd name="connsiteY6" fmla="*/ 1422400 h 1422400"/>
                <a:gd name="connsiteX7" fmla="*/ 0 w 6819900"/>
                <a:gd name="connsiteY7" fmla="*/ 1422400 h 1422400"/>
                <a:gd name="connsiteX8" fmla="*/ 711200 w 6819900"/>
                <a:gd name="connsiteY8" fmla="*/ 711200 h 142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19900" h="1422400">
                  <a:moveTo>
                    <a:pt x="0" y="0"/>
                  </a:moveTo>
                  <a:lnTo>
                    <a:pt x="2590800" y="0"/>
                  </a:lnTo>
                  <a:lnTo>
                    <a:pt x="5384800" y="0"/>
                  </a:lnTo>
                  <a:lnTo>
                    <a:pt x="6819900" y="0"/>
                  </a:lnTo>
                  <a:lnTo>
                    <a:pt x="6819900" y="1422400"/>
                  </a:lnTo>
                  <a:lnTo>
                    <a:pt x="5384800" y="1422400"/>
                  </a:lnTo>
                  <a:lnTo>
                    <a:pt x="2590800" y="1422400"/>
                  </a:lnTo>
                  <a:lnTo>
                    <a:pt x="0" y="1422400"/>
                  </a:lnTo>
                  <a:lnTo>
                    <a:pt x="711200" y="7112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762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67" name="Овал 66">
              <a:extLst>
                <a:ext uri="{FF2B5EF4-FFF2-40B4-BE49-F238E27FC236}">
                  <a16:creationId xmlns:a16="http://schemas.microsoft.com/office/drawing/2014/main" id="{FCF189D6-7A0B-41D4-A2EA-6A164E0CC49E}"/>
                </a:ext>
              </a:extLst>
            </p:cNvPr>
            <p:cNvSpPr/>
            <p:nvPr/>
          </p:nvSpPr>
          <p:spPr>
            <a:xfrm>
              <a:off x="3003550" y="1060450"/>
              <a:ext cx="1104900" cy="1104900"/>
            </a:xfrm>
            <a:prstGeom prst="ellipse">
              <a:avLst/>
            </a:prstGeom>
            <a:gradFill>
              <a:gsLst>
                <a:gs pos="0">
                  <a:srgbClr val="A9B812"/>
                </a:gs>
                <a:gs pos="55000">
                  <a:srgbClr val="8A9C1F"/>
                </a:gs>
                <a:gs pos="74000">
                  <a:srgbClr val="688629"/>
                </a:gs>
              </a:gsLst>
              <a:path path="circle">
                <a:fillToRect l="100000" t="100000"/>
              </a:path>
            </a:gradFill>
            <a:ln w="101600">
              <a:solidFill>
                <a:schemeClr val="bg1"/>
              </a:solidFill>
            </a:ln>
            <a:effectLst>
              <a:outerShdw blurRad="762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A894778-C16D-40C5-9441-6BEAB2916F6E}"/>
                </a:ext>
              </a:extLst>
            </p:cNvPr>
            <p:cNvSpPr txBox="1"/>
            <p:nvPr/>
          </p:nvSpPr>
          <p:spPr>
            <a:xfrm flipH="1">
              <a:off x="1136235" y="850900"/>
              <a:ext cx="147361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0</a:t>
              </a:r>
              <a:r>
                <a:rPr lang="ru-RU" sz="48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2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39E61A3-6CF7-40EB-B42F-D1C98EA9E4E7}"/>
                </a:ext>
              </a:extLst>
            </p:cNvPr>
            <p:cNvSpPr txBox="1"/>
            <p:nvPr/>
          </p:nvSpPr>
          <p:spPr>
            <a:xfrm>
              <a:off x="1492250" y="1603375"/>
              <a:ext cx="151765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u-RU" sz="16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Название этапа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6D315A4E-D383-4604-AAA7-52C5CC29803D}"/>
                </a:ext>
              </a:extLst>
            </p:cNvPr>
            <p:cNvSpPr txBox="1"/>
            <p:nvPr/>
          </p:nvSpPr>
          <p:spPr>
            <a:xfrm>
              <a:off x="4330949" y="1127125"/>
              <a:ext cx="29487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u-RU" sz="2000" b="1" dirty="0">
                  <a:solidFill>
                    <a:srgbClr val="688629"/>
                  </a:solidFill>
                  <a:latin typeface="Bahnschrift" panose="020B0502040204020203" pitchFamily="34" charset="0"/>
                </a:rPr>
                <a:t>ОПИСАНИЕ ЭТАПА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EEE0A31E-33CE-4F56-A8A6-9911D836B8D6}"/>
                </a:ext>
              </a:extLst>
            </p:cNvPr>
            <p:cNvSpPr txBox="1"/>
            <p:nvPr/>
          </p:nvSpPr>
          <p:spPr>
            <a:xfrm>
              <a:off x="4341582" y="1470201"/>
              <a:ext cx="497775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u-RU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ndara" panose="020E0502030303020204" pitchFamily="34" charset="0"/>
                </a:rPr>
                <a:t>Описание этапа. Дайте короткое описание этому этапу, которое соответствует теме данного слайда</a:t>
              </a:r>
            </a:p>
          </p:txBody>
        </p:sp>
        <p:pic>
          <p:nvPicPr>
            <p:cNvPr id="73" name="Рисунок 72" descr="Будильник со сплошной заливкой">
              <a:extLst>
                <a:ext uri="{FF2B5EF4-FFF2-40B4-BE49-F238E27FC236}">
                  <a16:creationId xmlns:a16="http://schemas.microsoft.com/office/drawing/2014/main" id="{A1743C9F-A8B5-409E-9192-108888508B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3248150" y="1291798"/>
              <a:ext cx="635000" cy="635000"/>
            </a:xfrm>
            <a:prstGeom prst="rect">
              <a:avLst/>
            </a:prstGeom>
          </p:spPr>
        </p:pic>
      </p:grpSp>
      <p:grpSp>
        <p:nvGrpSpPr>
          <p:cNvPr id="74" name="Группа 73">
            <a:extLst>
              <a:ext uri="{FF2B5EF4-FFF2-40B4-BE49-F238E27FC236}">
                <a16:creationId xmlns:a16="http://schemas.microsoft.com/office/drawing/2014/main" id="{AD3636BD-3255-4163-808A-E9CF1156E0A4}"/>
              </a:ext>
            </a:extLst>
          </p:cNvPr>
          <p:cNvGrpSpPr/>
          <p:nvPr/>
        </p:nvGrpSpPr>
        <p:grpSpPr>
          <a:xfrm>
            <a:off x="1482516" y="4267372"/>
            <a:ext cx="9036465" cy="1473200"/>
            <a:chOff x="1199735" y="850900"/>
            <a:chExt cx="9036465" cy="1473200"/>
          </a:xfrm>
        </p:grpSpPr>
        <p:sp>
          <p:nvSpPr>
            <p:cNvPr id="75" name="Стрелка: пятиугольник 74">
              <a:extLst>
                <a:ext uri="{FF2B5EF4-FFF2-40B4-BE49-F238E27FC236}">
                  <a16:creationId xmlns:a16="http://schemas.microsoft.com/office/drawing/2014/main" id="{32D53EA6-06C3-46DA-8470-C563EA79EDCC}"/>
                </a:ext>
              </a:extLst>
            </p:cNvPr>
            <p:cNvSpPr/>
            <p:nvPr/>
          </p:nvSpPr>
          <p:spPr>
            <a:xfrm>
              <a:off x="1447800" y="901700"/>
              <a:ext cx="2324100" cy="1422400"/>
            </a:xfrm>
            <a:prstGeom prst="homePlate">
              <a:avLst/>
            </a:prstGeom>
            <a:gradFill flip="none" rotWithShape="1">
              <a:gsLst>
                <a:gs pos="0">
                  <a:srgbClr val="4C7387"/>
                </a:gs>
                <a:gs pos="55000">
                  <a:srgbClr val="435C74"/>
                </a:gs>
                <a:gs pos="74000">
                  <a:srgbClr val="3E4463"/>
                </a:gs>
              </a:gsLst>
              <a:path path="circle">
                <a:fillToRect l="100000" t="100000"/>
              </a:path>
              <a:tileRect r="-100000" b="-100000"/>
            </a:gradFill>
            <a:ln w="25400">
              <a:solidFill>
                <a:schemeClr val="bg1"/>
              </a:solidFill>
            </a:ln>
            <a:effectLst>
              <a:outerShdw blurRad="762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76" name="Полилиния: фигура 75">
              <a:extLst>
                <a:ext uri="{FF2B5EF4-FFF2-40B4-BE49-F238E27FC236}">
                  <a16:creationId xmlns:a16="http://schemas.microsoft.com/office/drawing/2014/main" id="{1D386D61-A682-4DAD-871A-8794ECA16379}"/>
                </a:ext>
              </a:extLst>
            </p:cNvPr>
            <p:cNvSpPr/>
            <p:nvPr/>
          </p:nvSpPr>
          <p:spPr>
            <a:xfrm>
              <a:off x="3416300" y="901700"/>
              <a:ext cx="6819900" cy="1422400"/>
            </a:xfrm>
            <a:custGeom>
              <a:avLst/>
              <a:gdLst>
                <a:gd name="connsiteX0" fmla="*/ 0 w 6819900"/>
                <a:gd name="connsiteY0" fmla="*/ 0 h 1422400"/>
                <a:gd name="connsiteX1" fmla="*/ 2590800 w 6819900"/>
                <a:gd name="connsiteY1" fmla="*/ 0 h 1422400"/>
                <a:gd name="connsiteX2" fmla="*/ 5384800 w 6819900"/>
                <a:gd name="connsiteY2" fmla="*/ 0 h 1422400"/>
                <a:gd name="connsiteX3" fmla="*/ 6819900 w 6819900"/>
                <a:gd name="connsiteY3" fmla="*/ 0 h 1422400"/>
                <a:gd name="connsiteX4" fmla="*/ 6819900 w 6819900"/>
                <a:gd name="connsiteY4" fmla="*/ 1422400 h 1422400"/>
                <a:gd name="connsiteX5" fmla="*/ 5384800 w 6819900"/>
                <a:gd name="connsiteY5" fmla="*/ 1422400 h 1422400"/>
                <a:gd name="connsiteX6" fmla="*/ 2590800 w 6819900"/>
                <a:gd name="connsiteY6" fmla="*/ 1422400 h 1422400"/>
                <a:gd name="connsiteX7" fmla="*/ 0 w 6819900"/>
                <a:gd name="connsiteY7" fmla="*/ 1422400 h 1422400"/>
                <a:gd name="connsiteX8" fmla="*/ 711200 w 6819900"/>
                <a:gd name="connsiteY8" fmla="*/ 711200 h 142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19900" h="1422400">
                  <a:moveTo>
                    <a:pt x="0" y="0"/>
                  </a:moveTo>
                  <a:lnTo>
                    <a:pt x="2590800" y="0"/>
                  </a:lnTo>
                  <a:lnTo>
                    <a:pt x="5384800" y="0"/>
                  </a:lnTo>
                  <a:lnTo>
                    <a:pt x="6819900" y="0"/>
                  </a:lnTo>
                  <a:lnTo>
                    <a:pt x="6819900" y="1422400"/>
                  </a:lnTo>
                  <a:lnTo>
                    <a:pt x="5384800" y="1422400"/>
                  </a:lnTo>
                  <a:lnTo>
                    <a:pt x="2590800" y="1422400"/>
                  </a:lnTo>
                  <a:lnTo>
                    <a:pt x="0" y="1422400"/>
                  </a:lnTo>
                  <a:lnTo>
                    <a:pt x="711200" y="7112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762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80" name="Овал 79">
              <a:extLst>
                <a:ext uri="{FF2B5EF4-FFF2-40B4-BE49-F238E27FC236}">
                  <a16:creationId xmlns:a16="http://schemas.microsoft.com/office/drawing/2014/main" id="{7AFD81A6-F866-4A01-AE06-E5553FE65D87}"/>
                </a:ext>
              </a:extLst>
            </p:cNvPr>
            <p:cNvSpPr/>
            <p:nvPr/>
          </p:nvSpPr>
          <p:spPr>
            <a:xfrm>
              <a:off x="3003550" y="1060450"/>
              <a:ext cx="1104900" cy="1104900"/>
            </a:xfrm>
            <a:prstGeom prst="ellipse">
              <a:avLst/>
            </a:prstGeom>
            <a:gradFill>
              <a:gsLst>
                <a:gs pos="0">
                  <a:srgbClr val="435C74"/>
                </a:gs>
                <a:gs pos="55000">
                  <a:srgbClr val="435C74"/>
                </a:gs>
                <a:gs pos="74000">
                  <a:srgbClr val="3E4463"/>
                </a:gs>
              </a:gsLst>
              <a:path path="circle">
                <a:fillToRect l="100000" t="100000"/>
              </a:path>
            </a:gradFill>
            <a:ln w="101600">
              <a:solidFill>
                <a:schemeClr val="bg1"/>
              </a:solidFill>
            </a:ln>
            <a:effectLst>
              <a:outerShdw blurRad="762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87D65F4F-B610-4FA0-BE16-E40CAA107A15}"/>
                </a:ext>
              </a:extLst>
            </p:cNvPr>
            <p:cNvSpPr txBox="1"/>
            <p:nvPr/>
          </p:nvSpPr>
          <p:spPr>
            <a:xfrm flipH="1">
              <a:off x="1199735" y="850900"/>
              <a:ext cx="147361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0</a:t>
              </a:r>
              <a:r>
                <a:rPr lang="ru-RU" sz="48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3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EFFB70C2-99B3-4576-8D53-7C98E4FDEEFC}"/>
                </a:ext>
              </a:extLst>
            </p:cNvPr>
            <p:cNvSpPr txBox="1"/>
            <p:nvPr/>
          </p:nvSpPr>
          <p:spPr>
            <a:xfrm>
              <a:off x="1555750" y="1603375"/>
              <a:ext cx="151765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Название этапа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39BE6CCB-E085-4929-8B44-A7E993C98B7C}"/>
                </a:ext>
              </a:extLst>
            </p:cNvPr>
            <p:cNvSpPr txBox="1"/>
            <p:nvPr/>
          </p:nvSpPr>
          <p:spPr>
            <a:xfrm>
              <a:off x="4330949" y="1127125"/>
              <a:ext cx="29487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>
                  <a:solidFill>
                    <a:srgbClr val="3E4463"/>
                  </a:solidFill>
                  <a:latin typeface="Bahnschrift" panose="020B0502040204020203" pitchFamily="34" charset="0"/>
                </a:rPr>
                <a:t>ОПИСАНИЕ ЭТАПА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FC624972-450B-4F18-90BD-15532014C3D9}"/>
                </a:ext>
              </a:extLst>
            </p:cNvPr>
            <p:cNvSpPr txBox="1"/>
            <p:nvPr/>
          </p:nvSpPr>
          <p:spPr>
            <a:xfrm>
              <a:off x="4341582" y="1470201"/>
              <a:ext cx="497775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ndara" panose="020E0502030303020204" pitchFamily="34" charset="0"/>
                </a:rPr>
                <a:t>Описание этапа. Дайте короткое описание этому этапу, которое соответствует теме данного слайда</a:t>
              </a:r>
            </a:p>
          </p:txBody>
        </p:sp>
        <p:pic>
          <p:nvPicPr>
            <p:cNvPr id="85" name="Рисунок 84" descr="Конверт со сплошной заливкой">
              <a:extLst>
                <a:ext uri="{FF2B5EF4-FFF2-40B4-BE49-F238E27FC236}">
                  <a16:creationId xmlns:a16="http://schemas.microsoft.com/office/drawing/2014/main" id="{225D2DC9-89B8-4C6F-A69F-12DDD447E9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3248150" y="1291798"/>
              <a:ext cx="635000" cy="635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01640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FE3B71C-3254-4B02-9C29-1CCA257EB5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17D5EEFC-2EF7-45BC-8619-0CE5DDC81CD1}"/>
              </a:ext>
            </a:extLst>
          </p:cNvPr>
          <p:cNvGrpSpPr/>
          <p:nvPr/>
        </p:nvGrpSpPr>
        <p:grpSpPr>
          <a:xfrm>
            <a:off x="1419016" y="809280"/>
            <a:ext cx="9099965" cy="1473200"/>
            <a:chOff x="1136235" y="850900"/>
            <a:chExt cx="9099965" cy="1473200"/>
          </a:xfrm>
        </p:grpSpPr>
        <p:sp>
          <p:nvSpPr>
            <p:cNvPr id="4" name="Стрелка: пятиугольник 3">
              <a:extLst>
                <a:ext uri="{FF2B5EF4-FFF2-40B4-BE49-F238E27FC236}">
                  <a16:creationId xmlns:a16="http://schemas.microsoft.com/office/drawing/2014/main" id="{C1894F64-544E-4DF6-BE1A-73920A98C447}"/>
                </a:ext>
              </a:extLst>
            </p:cNvPr>
            <p:cNvSpPr/>
            <p:nvPr/>
          </p:nvSpPr>
          <p:spPr>
            <a:xfrm>
              <a:off x="1447800" y="901700"/>
              <a:ext cx="2324100" cy="1422400"/>
            </a:xfrm>
            <a:prstGeom prst="homePlate">
              <a:avLst/>
            </a:prstGeom>
            <a:gradFill flip="none" rotWithShape="1">
              <a:gsLst>
                <a:gs pos="0">
                  <a:srgbClr val="D13B33"/>
                </a:gs>
                <a:gs pos="55000">
                  <a:srgbClr val="A32B25"/>
                </a:gs>
                <a:gs pos="74000">
                  <a:srgbClr val="8B2620"/>
                </a:gs>
              </a:gsLst>
              <a:path path="circle">
                <a:fillToRect l="100000" t="100000"/>
              </a:path>
              <a:tileRect r="-100000" b="-100000"/>
            </a:gradFill>
            <a:ln w="25400">
              <a:solidFill>
                <a:schemeClr val="bg1"/>
              </a:solidFill>
            </a:ln>
            <a:effectLst>
              <a:outerShdw blurRad="762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4" name="Полилиния: фигура 53">
              <a:extLst>
                <a:ext uri="{FF2B5EF4-FFF2-40B4-BE49-F238E27FC236}">
                  <a16:creationId xmlns:a16="http://schemas.microsoft.com/office/drawing/2014/main" id="{E474D92E-D66C-4406-9164-9CE62C749148}"/>
                </a:ext>
              </a:extLst>
            </p:cNvPr>
            <p:cNvSpPr/>
            <p:nvPr/>
          </p:nvSpPr>
          <p:spPr>
            <a:xfrm>
              <a:off x="3416300" y="901700"/>
              <a:ext cx="6819900" cy="1422400"/>
            </a:xfrm>
            <a:custGeom>
              <a:avLst/>
              <a:gdLst>
                <a:gd name="connsiteX0" fmla="*/ 0 w 6819900"/>
                <a:gd name="connsiteY0" fmla="*/ 0 h 1422400"/>
                <a:gd name="connsiteX1" fmla="*/ 2590800 w 6819900"/>
                <a:gd name="connsiteY1" fmla="*/ 0 h 1422400"/>
                <a:gd name="connsiteX2" fmla="*/ 5384800 w 6819900"/>
                <a:gd name="connsiteY2" fmla="*/ 0 h 1422400"/>
                <a:gd name="connsiteX3" fmla="*/ 6819900 w 6819900"/>
                <a:gd name="connsiteY3" fmla="*/ 0 h 1422400"/>
                <a:gd name="connsiteX4" fmla="*/ 6819900 w 6819900"/>
                <a:gd name="connsiteY4" fmla="*/ 1422400 h 1422400"/>
                <a:gd name="connsiteX5" fmla="*/ 5384800 w 6819900"/>
                <a:gd name="connsiteY5" fmla="*/ 1422400 h 1422400"/>
                <a:gd name="connsiteX6" fmla="*/ 2590800 w 6819900"/>
                <a:gd name="connsiteY6" fmla="*/ 1422400 h 1422400"/>
                <a:gd name="connsiteX7" fmla="*/ 0 w 6819900"/>
                <a:gd name="connsiteY7" fmla="*/ 1422400 h 1422400"/>
                <a:gd name="connsiteX8" fmla="*/ 711200 w 6819900"/>
                <a:gd name="connsiteY8" fmla="*/ 711200 h 142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19900" h="1422400">
                  <a:moveTo>
                    <a:pt x="0" y="0"/>
                  </a:moveTo>
                  <a:lnTo>
                    <a:pt x="2590800" y="0"/>
                  </a:lnTo>
                  <a:lnTo>
                    <a:pt x="5384800" y="0"/>
                  </a:lnTo>
                  <a:lnTo>
                    <a:pt x="6819900" y="0"/>
                  </a:lnTo>
                  <a:lnTo>
                    <a:pt x="6819900" y="1422400"/>
                  </a:lnTo>
                  <a:lnTo>
                    <a:pt x="5384800" y="1422400"/>
                  </a:lnTo>
                  <a:lnTo>
                    <a:pt x="2590800" y="1422400"/>
                  </a:lnTo>
                  <a:lnTo>
                    <a:pt x="0" y="1422400"/>
                  </a:lnTo>
                  <a:lnTo>
                    <a:pt x="711200" y="7112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762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991A9997-1DA0-4E48-B23E-90C5010A77B3}"/>
                </a:ext>
              </a:extLst>
            </p:cNvPr>
            <p:cNvSpPr/>
            <p:nvPr/>
          </p:nvSpPr>
          <p:spPr>
            <a:xfrm>
              <a:off x="3003550" y="1060450"/>
              <a:ext cx="1104900" cy="1104900"/>
            </a:xfrm>
            <a:prstGeom prst="ellipse">
              <a:avLst/>
            </a:prstGeom>
            <a:gradFill>
              <a:gsLst>
                <a:gs pos="0">
                  <a:srgbClr val="D13B33"/>
                </a:gs>
                <a:gs pos="55000">
                  <a:srgbClr val="A32B25"/>
                </a:gs>
                <a:gs pos="74000">
                  <a:srgbClr val="8B2620"/>
                </a:gs>
              </a:gsLst>
              <a:path path="circle">
                <a:fillToRect l="100000" t="100000"/>
              </a:path>
            </a:gradFill>
            <a:ln w="101600">
              <a:solidFill>
                <a:schemeClr val="bg1"/>
              </a:solidFill>
            </a:ln>
            <a:effectLst>
              <a:outerShdw blurRad="762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FBC8569-1609-4E26-ACD8-4DB3AD7833D0}"/>
                </a:ext>
              </a:extLst>
            </p:cNvPr>
            <p:cNvSpPr txBox="1"/>
            <p:nvPr/>
          </p:nvSpPr>
          <p:spPr>
            <a:xfrm flipH="1">
              <a:off x="1136235" y="850900"/>
              <a:ext cx="147361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0</a:t>
              </a:r>
              <a:r>
                <a:rPr lang="ru-RU" sz="48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C0907E4-1B52-4D53-8250-FAF4B76A6FEE}"/>
                </a:ext>
              </a:extLst>
            </p:cNvPr>
            <p:cNvSpPr txBox="1"/>
            <p:nvPr/>
          </p:nvSpPr>
          <p:spPr>
            <a:xfrm>
              <a:off x="1555750" y="1603375"/>
              <a:ext cx="151765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Название этапа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E4C0591-80E7-478E-B218-04ABDD5AC78B}"/>
                </a:ext>
              </a:extLst>
            </p:cNvPr>
            <p:cNvSpPr txBox="1"/>
            <p:nvPr/>
          </p:nvSpPr>
          <p:spPr>
            <a:xfrm>
              <a:off x="4330949" y="1127125"/>
              <a:ext cx="29487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>
                  <a:solidFill>
                    <a:srgbClr val="C00000"/>
                  </a:solidFill>
                  <a:latin typeface="Bahnschrift" panose="020B0502040204020203" pitchFamily="34" charset="0"/>
                </a:rPr>
                <a:t>ОПИСАНИЕ ЭТАПА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D227EC7-322F-4AFF-83EC-845CFBAFB89C}"/>
                </a:ext>
              </a:extLst>
            </p:cNvPr>
            <p:cNvSpPr txBox="1"/>
            <p:nvPr/>
          </p:nvSpPr>
          <p:spPr>
            <a:xfrm>
              <a:off x="4341582" y="1470201"/>
              <a:ext cx="497775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ndara" panose="020E0502030303020204" pitchFamily="34" charset="0"/>
                </a:rPr>
                <a:t>Описание этапа. Дайте короткое описание этому этапу, которое соответствует теме данного слайда</a:t>
              </a:r>
            </a:p>
          </p:txBody>
        </p:sp>
        <p:pic>
          <p:nvPicPr>
            <p:cNvPr id="11" name="Рисунок 10" descr="Центр обработки вызовов со сплошной заливкой">
              <a:extLst>
                <a:ext uri="{FF2B5EF4-FFF2-40B4-BE49-F238E27FC236}">
                  <a16:creationId xmlns:a16="http://schemas.microsoft.com/office/drawing/2014/main" id="{68A62A3C-25AF-43AA-8DF9-36E1940CE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248150" y="1291798"/>
              <a:ext cx="635000" cy="635000"/>
            </a:xfrm>
            <a:prstGeom prst="rect">
              <a:avLst/>
            </a:prstGeom>
          </p:spPr>
        </p:pic>
      </p:grpSp>
      <p:grpSp>
        <p:nvGrpSpPr>
          <p:cNvPr id="64" name="Группа 63">
            <a:extLst>
              <a:ext uri="{FF2B5EF4-FFF2-40B4-BE49-F238E27FC236}">
                <a16:creationId xmlns:a16="http://schemas.microsoft.com/office/drawing/2014/main" id="{83D4D879-B036-4544-9BBE-116EC50C27FC}"/>
              </a:ext>
            </a:extLst>
          </p:cNvPr>
          <p:cNvGrpSpPr/>
          <p:nvPr/>
        </p:nvGrpSpPr>
        <p:grpSpPr>
          <a:xfrm flipH="1">
            <a:off x="1730581" y="2536481"/>
            <a:ext cx="9099965" cy="1473200"/>
            <a:chOff x="1136235" y="850900"/>
            <a:chExt cx="9099965" cy="1473200"/>
          </a:xfrm>
        </p:grpSpPr>
        <p:sp>
          <p:nvSpPr>
            <p:cNvPr id="65" name="Стрелка: пятиугольник 64">
              <a:extLst>
                <a:ext uri="{FF2B5EF4-FFF2-40B4-BE49-F238E27FC236}">
                  <a16:creationId xmlns:a16="http://schemas.microsoft.com/office/drawing/2014/main" id="{5D4467A6-FDD5-4EC2-A52C-D93C2054B4A8}"/>
                </a:ext>
              </a:extLst>
            </p:cNvPr>
            <p:cNvSpPr/>
            <p:nvPr/>
          </p:nvSpPr>
          <p:spPr>
            <a:xfrm>
              <a:off x="1447800" y="901700"/>
              <a:ext cx="2324100" cy="1422400"/>
            </a:xfrm>
            <a:prstGeom prst="homePlate">
              <a:avLst/>
            </a:prstGeom>
            <a:gradFill flip="none" rotWithShape="1">
              <a:gsLst>
                <a:gs pos="0">
                  <a:srgbClr val="A9B812"/>
                </a:gs>
                <a:gs pos="55000">
                  <a:srgbClr val="8A9C1F"/>
                </a:gs>
                <a:gs pos="74000">
                  <a:srgbClr val="688629"/>
                </a:gs>
              </a:gsLst>
              <a:path path="circle">
                <a:fillToRect l="100000" t="100000"/>
              </a:path>
              <a:tileRect r="-100000" b="-100000"/>
            </a:gradFill>
            <a:ln w="25400">
              <a:solidFill>
                <a:schemeClr val="bg1"/>
              </a:solidFill>
            </a:ln>
            <a:effectLst>
              <a:outerShdw blurRad="762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6" name="Полилиния: фигура 65">
              <a:extLst>
                <a:ext uri="{FF2B5EF4-FFF2-40B4-BE49-F238E27FC236}">
                  <a16:creationId xmlns:a16="http://schemas.microsoft.com/office/drawing/2014/main" id="{DB8A3463-6AE2-4D4A-9C2B-FB81EFAA033E}"/>
                </a:ext>
              </a:extLst>
            </p:cNvPr>
            <p:cNvSpPr/>
            <p:nvPr/>
          </p:nvSpPr>
          <p:spPr>
            <a:xfrm>
              <a:off x="3416300" y="901700"/>
              <a:ext cx="6819900" cy="1422400"/>
            </a:xfrm>
            <a:custGeom>
              <a:avLst/>
              <a:gdLst>
                <a:gd name="connsiteX0" fmla="*/ 0 w 6819900"/>
                <a:gd name="connsiteY0" fmla="*/ 0 h 1422400"/>
                <a:gd name="connsiteX1" fmla="*/ 2590800 w 6819900"/>
                <a:gd name="connsiteY1" fmla="*/ 0 h 1422400"/>
                <a:gd name="connsiteX2" fmla="*/ 5384800 w 6819900"/>
                <a:gd name="connsiteY2" fmla="*/ 0 h 1422400"/>
                <a:gd name="connsiteX3" fmla="*/ 6819900 w 6819900"/>
                <a:gd name="connsiteY3" fmla="*/ 0 h 1422400"/>
                <a:gd name="connsiteX4" fmla="*/ 6819900 w 6819900"/>
                <a:gd name="connsiteY4" fmla="*/ 1422400 h 1422400"/>
                <a:gd name="connsiteX5" fmla="*/ 5384800 w 6819900"/>
                <a:gd name="connsiteY5" fmla="*/ 1422400 h 1422400"/>
                <a:gd name="connsiteX6" fmla="*/ 2590800 w 6819900"/>
                <a:gd name="connsiteY6" fmla="*/ 1422400 h 1422400"/>
                <a:gd name="connsiteX7" fmla="*/ 0 w 6819900"/>
                <a:gd name="connsiteY7" fmla="*/ 1422400 h 1422400"/>
                <a:gd name="connsiteX8" fmla="*/ 711200 w 6819900"/>
                <a:gd name="connsiteY8" fmla="*/ 711200 h 142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19900" h="1422400">
                  <a:moveTo>
                    <a:pt x="0" y="0"/>
                  </a:moveTo>
                  <a:lnTo>
                    <a:pt x="2590800" y="0"/>
                  </a:lnTo>
                  <a:lnTo>
                    <a:pt x="5384800" y="0"/>
                  </a:lnTo>
                  <a:lnTo>
                    <a:pt x="6819900" y="0"/>
                  </a:lnTo>
                  <a:lnTo>
                    <a:pt x="6819900" y="1422400"/>
                  </a:lnTo>
                  <a:lnTo>
                    <a:pt x="5384800" y="1422400"/>
                  </a:lnTo>
                  <a:lnTo>
                    <a:pt x="2590800" y="1422400"/>
                  </a:lnTo>
                  <a:lnTo>
                    <a:pt x="0" y="1422400"/>
                  </a:lnTo>
                  <a:lnTo>
                    <a:pt x="711200" y="7112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762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67" name="Овал 66">
              <a:extLst>
                <a:ext uri="{FF2B5EF4-FFF2-40B4-BE49-F238E27FC236}">
                  <a16:creationId xmlns:a16="http://schemas.microsoft.com/office/drawing/2014/main" id="{FCF189D6-7A0B-41D4-A2EA-6A164E0CC49E}"/>
                </a:ext>
              </a:extLst>
            </p:cNvPr>
            <p:cNvSpPr/>
            <p:nvPr/>
          </p:nvSpPr>
          <p:spPr>
            <a:xfrm>
              <a:off x="3003550" y="1060450"/>
              <a:ext cx="1104900" cy="1104900"/>
            </a:xfrm>
            <a:prstGeom prst="ellipse">
              <a:avLst/>
            </a:prstGeom>
            <a:gradFill>
              <a:gsLst>
                <a:gs pos="0">
                  <a:srgbClr val="A9B812"/>
                </a:gs>
                <a:gs pos="55000">
                  <a:srgbClr val="8A9C1F"/>
                </a:gs>
                <a:gs pos="74000">
                  <a:srgbClr val="688629"/>
                </a:gs>
              </a:gsLst>
              <a:path path="circle">
                <a:fillToRect l="100000" t="100000"/>
              </a:path>
            </a:gradFill>
            <a:ln w="101600">
              <a:solidFill>
                <a:schemeClr val="bg1"/>
              </a:solidFill>
            </a:ln>
            <a:effectLst>
              <a:outerShdw blurRad="76200" dist="635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A894778-C16D-40C5-9441-6BEAB2916F6E}"/>
                </a:ext>
              </a:extLst>
            </p:cNvPr>
            <p:cNvSpPr txBox="1"/>
            <p:nvPr/>
          </p:nvSpPr>
          <p:spPr>
            <a:xfrm flipH="1">
              <a:off x="1136235" y="850900"/>
              <a:ext cx="147361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0</a:t>
              </a:r>
              <a:r>
                <a:rPr lang="ru-RU" sz="48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2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39E61A3-6CF7-40EB-B42F-D1C98EA9E4E7}"/>
                </a:ext>
              </a:extLst>
            </p:cNvPr>
            <p:cNvSpPr txBox="1"/>
            <p:nvPr/>
          </p:nvSpPr>
          <p:spPr>
            <a:xfrm>
              <a:off x="1492250" y="1603375"/>
              <a:ext cx="151765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u-RU" sz="16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Название этапа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6D315A4E-D383-4604-AAA7-52C5CC29803D}"/>
                </a:ext>
              </a:extLst>
            </p:cNvPr>
            <p:cNvSpPr txBox="1"/>
            <p:nvPr/>
          </p:nvSpPr>
          <p:spPr>
            <a:xfrm>
              <a:off x="4330949" y="1127125"/>
              <a:ext cx="29487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u-RU" sz="2000" b="1" dirty="0">
                  <a:solidFill>
                    <a:srgbClr val="688629"/>
                  </a:solidFill>
                  <a:latin typeface="Bahnschrift" panose="020B0502040204020203" pitchFamily="34" charset="0"/>
                </a:rPr>
                <a:t>ОПИСАНИЕ ЭТАПА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EEE0A31E-33CE-4F56-A8A6-9911D836B8D6}"/>
                </a:ext>
              </a:extLst>
            </p:cNvPr>
            <p:cNvSpPr txBox="1"/>
            <p:nvPr/>
          </p:nvSpPr>
          <p:spPr>
            <a:xfrm>
              <a:off x="4341582" y="1470201"/>
              <a:ext cx="497775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u-RU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ndara" panose="020E0502030303020204" pitchFamily="34" charset="0"/>
                </a:rPr>
                <a:t>Описание этапа. Дайте короткое описание этому этапу, которое соответствует теме данного слайда</a:t>
              </a:r>
            </a:p>
          </p:txBody>
        </p:sp>
        <p:pic>
          <p:nvPicPr>
            <p:cNvPr id="73" name="Рисунок 72" descr="Будильник со сплошной заливкой">
              <a:extLst>
                <a:ext uri="{FF2B5EF4-FFF2-40B4-BE49-F238E27FC236}">
                  <a16:creationId xmlns:a16="http://schemas.microsoft.com/office/drawing/2014/main" id="{A1743C9F-A8B5-409E-9192-108888508B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3248150" y="1291798"/>
              <a:ext cx="635000" cy="635000"/>
            </a:xfrm>
            <a:prstGeom prst="rect">
              <a:avLst/>
            </a:prstGeom>
          </p:spPr>
        </p:pic>
      </p:grpSp>
      <p:grpSp>
        <p:nvGrpSpPr>
          <p:cNvPr id="74" name="Группа 73">
            <a:extLst>
              <a:ext uri="{FF2B5EF4-FFF2-40B4-BE49-F238E27FC236}">
                <a16:creationId xmlns:a16="http://schemas.microsoft.com/office/drawing/2014/main" id="{AD3636BD-3255-4163-808A-E9CF1156E0A4}"/>
              </a:ext>
            </a:extLst>
          </p:cNvPr>
          <p:cNvGrpSpPr/>
          <p:nvPr/>
        </p:nvGrpSpPr>
        <p:grpSpPr>
          <a:xfrm>
            <a:off x="1482516" y="4267372"/>
            <a:ext cx="9036465" cy="1473200"/>
            <a:chOff x="1199735" y="850900"/>
            <a:chExt cx="9036465" cy="1473200"/>
          </a:xfrm>
        </p:grpSpPr>
        <p:sp>
          <p:nvSpPr>
            <p:cNvPr id="75" name="Стрелка: пятиугольник 74">
              <a:extLst>
                <a:ext uri="{FF2B5EF4-FFF2-40B4-BE49-F238E27FC236}">
                  <a16:creationId xmlns:a16="http://schemas.microsoft.com/office/drawing/2014/main" id="{32D53EA6-06C3-46DA-8470-C563EA79EDCC}"/>
                </a:ext>
              </a:extLst>
            </p:cNvPr>
            <p:cNvSpPr/>
            <p:nvPr/>
          </p:nvSpPr>
          <p:spPr>
            <a:xfrm>
              <a:off x="1447800" y="901700"/>
              <a:ext cx="2324100" cy="1422400"/>
            </a:xfrm>
            <a:prstGeom prst="homePlate">
              <a:avLst/>
            </a:prstGeom>
            <a:gradFill flip="none" rotWithShape="1">
              <a:gsLst>
                <a:gs pos="0">
                  <a:srgbClr val="4C7387"/>
                </a:gs>
                <a:gs pos="55000">
                  <a:srgbClr val="435C74"/>
                </a:gs>
                <a:gs pos="74000">
                  <a:srgbClr val="3E4463"/>
                </a:gs>
              </a:gsLst>
              <a:path path="circle">
                <a:fillToRect l="100000" t="100000"/>
              </a:path>
              <a:tileRect r="-100000" b="-100000"/>
            </a:gradFill>
            <a:ln w="25400">
              <a:solidFill>
                <a:schemeClr val="bg1"/>
              </a:solidFill>
            </a:ln>
            <a:effectLst>
              <a:outerShdw blurRad="762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76" name="Полилиния: фигура 75">
              <a:extLst>
                <a:ext uri="{FF2B5EF4-FFF2-40B4-BE49-F238E27FC236}">
                  <a16:creationId xmlns:a16="http://schemas.microsoft.com/office/drawing/2014/main" id="{1D386D61-A682-4DAD-871A-8794ECA16379}"/>
                </a:ext>
              </a:extLst>
            </p:cNvPr>
            <p:cNvSpPr/>
            <p:nvPr/>
          </p:nvSpPr>
          <p:spPr>
            <a:xfrm>
              <a:off x="3416300" y="901700"/>
              <a:ext cx="6819900" cy="1422400"/>
            </a:xfrm>
            <a:custGeom>
              <a:avLst/>
              <a:gdLst>
                <a:gd name="connsiteX0" fmla="*/ 0 w 6819900"/>
                <a:gd name="connsiteY0" fmla="*/ 0 h 1422400"/>
                <a:gd name="connsiteX1" fmla="*/ 2590800 w 6819900"/>
                <a:gd name="connsiteY1" fmla="*/ 0 h 1422400"/>
                <a:gd name="connsiteX2" fmla="*/ 5384800 w 6819900"/>
                <a:gd name="connsiteY2" fmla="*/ 0 h 1422400"/>
                <a:gd name="connsiteX3" fmla="*/ 6819900 w 6819900"/>
                <a:gd name="connsiteY3" fmla="*/ 0 h 1422400"/>
                <a:gd name="connsiteX4" fmla="*/ 6819900 w 6819900"/>
                <a:gd name="connsiteY4" fmla="*/ 1422400 h 1422400"/>
                <a:gd name="connsiteX5" fmla="*/ 5384800 w 6819900"/>
                <a:gd name="connsiteY5" fmla="*/ 1422400 h 1422400"/>
                <a:gd name="connsiteX6" fmla="*/ 2590800 w 6819900"/>
                <a:gd name="connsiteY6" fmla="*/ 1422400 h 1422400"/>
                <a:gd name="connsiteX7" fmla="*/ 0 w 6819900"/>
                <a:gd name="connsiteY7" fmla="*/ 1422400 h 1422400"/>
                <a:gd name="connsiteX8" fmla="*/ 711200 w 6819900"/>
                <a:gd name="connsiteY8" fmla="*/ 711200 h 142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19900" h="1422400">
                  <a:moveTo>
                    <a:pt x="0" y="0"/>
                  </a:moveTo>
                  <a:lnTo>
                    <a:pt x="2590800" y="0"/>
                  </a:lnTo>
                  <a:lnTo>
                    <a:pt x="5384800" y="0"/>
                  </a:lnTo>
                  <a:lnTo>
                    <a:pt x="6819900" y="0"/>
                  </a:lnTo>
                  <a:lnTo>
                    <a:pt x="6819900" y="1422400"/>
                  </a:lnTo>
                  <a:lnTo>
                    <a:pt x="5384800" y="1422400"/>
                  </a:lnTo>
                  <a:lnTo>
                    <a:pt x="2590800" y="1422400"/>
                  </a:lnTo>
                  <a:lnTo>
                    <a:pt x="0" y="1422400"/>
                  </a:lnTo>
                  <a:lnTo>
                    <a:pt x="711200" y="7112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762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80" name="Овал 79">
              <a:extLst>
                <a:ext uri="{FF2B5EF4-FFF2-40B4-BE49-F238E27FC236}">
                  <a16:creationId xmlns:a16="http://schemas.microsoft.com/office/drawing/2014/main" id="{7AFD81A6-F866-4A01-AE06-E5553FE65D87}"/>
                </a:ext>
              </a:extLst>
            </p:cNvPr>
            <p:cNvSpPr/>
            <p:nvPr/>
          </p:nvSpPr>
          <p:spPr>
            <a:xfrm>
              <a:off x="3003550" y="1060450"/>
              <a:ext cx="1104900" cy="1104900"/>
            </a:xfrm>
            <a:prstGeom prst="ellipse">
              <a:avLst/>
            </a:prstGeom>
            <a:gradFill>
              <a:gsLst>
                <a:gs pos="0">
                  <a:srgbClr val="435C74"/>
                </a:gs>
                <a:gs pos="55000">
                  <a:srgbClr val="435C74"/>
                </a:gs>
                <a:gs pos="74000">
                  <a:srgbClr val="3E4463"/>
                </a:gs>
              </a:gsLst>
              <a:path path="circle">
                <a:fillToRect l="100000" t="100000"/>
              </a:path>
            </a:gradFill>
            <a:ln w="101600">
              <a:solidFill>
                <a:schemeClr val="bg1"/>
              </a:solidFill>
            </a:ln>
            <a:effectLst>
              <a:outerShdw blurRad="762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87D65F4F-B610-4FA0-BE16-E40CAA107A15}"/>
                </a:ext>
              </a:extLst>
            </p:cNvPr>
            <p:cNvSpPr txBox="1"/>
            <p:nvPr/>
          </p:nvSpPr>
          <p:spPr>
            <a:xfrm flipH="1">
              <a:off x="1199735" y="850900"/>
              <a:ext cx="147361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0</a:t>
              </a:r>
              <a:r>
                <a:rPr lang="ru-RU" sz="48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3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EFFB70C2-99B3-4576-8D53-7C98E4FDEEFC}"/>
                </a:ext>
              </a:extLst>
            </p:cNvPr>
            <p:cNvSpPr txBox="1"/>
            <p:nvPr/>
          </p:nvSpPr>
          <p:spPr>
            <a:xfrm>
              <a:off x="1555750" y="1603375"/>
              <a:ext cx="151765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Название этапа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39BE6CCB-E085-4929-8B44-A7E993C98B7C}"/>
                </a:ext>
              </a:extLst>
            </p:cNvPr>
            <p:cNvSpPr txBox="1"/>
            <p:nvPr/>
          </p:nvSpPr>
          <p:spPr>
            <a:xfrm>
              <a:off x="4330949" y="1127125"/>
              <a:ext cx="29487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>
                  <a:solidFill>
                    <a:srgbClr val="3E4463"/>
                  </a:solidFill>
                  <a:latin typeface="Bahnschrift" panose="020B0502040204020203" pitchFamily="34" charset="0"/>
                </a:rPr>
                <a:t>ОПИСАНИЕ ЭТАПА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FC624972-450B-4F18-90BD-15532014C3D9}"/>
                </a:ext>
              </a:extLst>
            </p:cNvPr>
            <p:cNvSpPr txBox="1"/>
            <p:nvPr/>
          </p:nvSpPr>
          <p:spPr>
            <a:xfrm>
              <a:off x="4341582" y="1470201"/>
              <a:ext cx="497775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ndara" panose="020E0502030303020204" pitchFamily="34" charset="0"/>
                </a:rPr>
                <a:t>Описание этапа. Дайте короткое описание этому этапу, которое соответствует теме данного слайда</a:t>
              </a:r>
            </a:p>
          </p:txBody>
        </p:sp>
        <p:pic>
          <p:nvPicPr>
            <p:cNvPr id="85" name="Рисунок 84" descr="Конверт со сплошной заливкой">
              <a:extLst>
                <a:ext uri="{FF2B5EF4-FFF2-40B4-BE49-F238E27FC236}">
                  <a16:creationId xmlns:a16="http://schemas.microsoft.com/office/drawing/2014/main" id="{225D2DC9-89B8-4C6F-A69F-12DDD447E9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3248150" y="1291798"/>
              <a:ext cx="635000" cy="635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70886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FE3B71C-3254-4B02-9C29-1CCA257EB5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320CC23-7BFA-4DA6-8038-EC63ACA29DD4}"/>
              </a:ext>
            </a:extLst>
          </p:cNvPr>
          <p:cNvSpPr/>
          <p:nvPr/>
        </p:nvSpPr>
        <p:spPr>
          <a:xfrm>
            <a:off x="1308100" y="0"/>
            <a:ext cx="749300" cy="6858000"/>
          </a:xfrm>
          <a:prstGeom prst="rect">
            <a:avLst/>
          </a:prstGeom>
          <a:gradFill flip="none" rotWithShape="1">
            <a:gsLst>
              <a:gs pos="1093">
                <a:srgbClr val="404040"/>
              </a:gs>
              <a:gs pos="17000">
                <a:srgbClr val="63737F"/>
              </a:gs>
              <a:gs pos="45000">
                <a:srgbClr val="83929D"/>
              </a:gs>
              <a:gs pos="93000">
                <a:srgbClr val="63737F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D1681367-F674-400D-BB6C-35194AC9D6E7}"/>
              </a:ext>
            </a:extLst>
          </p:cNvPr>
          <p:cNvSpPr/>
          <p:nvPr/>
        </p:nvSpPr>
        <p:spPr>
          <a:xfrm>
            <a:off x="2057400" y="0"/>
            <a:ext cx="10134600" cy="6858000"/>
          </a:xfrm>
          <a:prstGeom prst="rect">
            <a:avLst/>
          </a:prstGeom>
          <a:solidFill>
            <a:srgbClr val="333333"/>
          </a:solidFill>
          <a:ln>
            <a:noFill/>
          </a:ln>
          <a:effectLst>
            <a:outerShdw blurRad="114300" dist="889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60C7B749-B07B-4D9F-9482-00EA673051E5}"/>
              </a:ext>
            </a:extLst>
          </p:cNvPr>
          <p:cNvGrpSpPr/>
          <p:nvPr/>
        </p:nvGrpSpPr>
        <p:grpSpPr>
          <a:xfrm>
            <a:off x="1320800" y="805450"/>
            <a:ext cx="9575800" cy="1504616"/>
            <a:chOff x="1248608" y="673100"/>
            <a:chExt cx="9575800" cy="1504616"/>
          </a:xfrm>
        </p:grpSpPr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552A8A3E-2121-4B36-ACB3-1EC2A5E8CCE4}"/>
                </a:ext>
              </a:extLst>
            </p:cNvPr>
            <p:cNvGrpSpPr/>
            <p:nvPr/>
          </p:nvGrpSpPr>
          <p:grpSpPr>
            <a:xfrm>
              <a:off x="1248608" y="673100"/>
              <a:ext cx="9575800" cy="1504616"/>
              <a:chOff x="1320800" y="673100"/>
              <a:chExt cx="9575800" cy="1504616"/>
            </a:xfrm>
            <a:effectLst>
              <a:outerShdw blurRad="76200" dist="635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6" name="Прямоугольник 5">
                <a:extLst>
                  <a:ext uri="{FF2B5EF4-FFF2-40B4-BE49-F238E27FC236}">
                    <a16:creationId xmlns:a16="http://schemas.microsoft.com/office/drawing/2014/main" id="{726E98AD-9DD7-45C9-A283-C26E31068D0B}"/>
                  </a:ext>
                </a:extLst>
              </p:cNvPr>
              <p:cNvSpPr/>
              <p:nvPr/>
            </p:nvSpPr>
            <p:spPr>
              <a:xfrm>
                <a:off x="1320800" y="673100"/>
                <a:ext cx="9575800" cy="15046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Прямоугольник 34">
                <a:extLst>
                  <a:ext uri="{FF2B5EF4-FFF2-40B4-BE49-F238E27FC236}">
                    <a16:creationId xmlns:a16="http://schemas.microsoft.com/office/drawing/2014/main" id="{A4AE3712-21EC-464A-9E6D-EB54D31886A3}"/>
                  </a:ext>
                </a:extLst>
              </p:cNvPr>
              <p:cNvSpPr/>
              <p:nvPr/>
            </p:nvSpPr>
            <p:spPr>
              <a:xfrm>
                <a:off x="1320800" y="673100"/>
                <a:ext cx="9575800" cy="266700"/>
              </a:xfrm>
              <a:prstGeom prst="rect">
                <a:avLst/>
              </a:prstGeom>
              <a:gradFill flip="none" rotWithShape="1">
                <a:gsLst>
                  <a:gs pos="15000">
                    <a:srgbClr val="707E87"/>
                  </a:gs>
                  <a:gs pos="3000">
                    <a:srgbClr val="414A53"/>
                  </a:gs>
                  <a:gs pos="34000">
                    <a:srgbClr val="728491"/>
                  </a:gs>
                  <a:gs pos="67000">
                    <a:srgbClr val="56646F"/>
                  </a:gs>
                </a:gsLst>
                <a:lin ang="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AE80199-2499-4E0C-9573-7C4BCB406E1A}"/>
                </a:ext>
              </a:extLst>
            </p:cNvPr>
            <p:cNvSpPr txBox="1"/>
            <p:nvPr/>
          </p:nvSpPr>
          <p:spPr>
            <a:xfrm>
              <a:off x="2238446" y="1087556"/>
              <a:ext cx="126781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" panose="020B0502040204020203" pitchFamily="34" charset="0"/>
                </a:rPr>
                <a:t>01</a:t>
              </a:r>
              <a:endParaRPr lang="ru-RU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F44411F-2DD0-4137-9D75-26BC5BB81F91}"/>
                </a:ext>
              </a:extLst>
            </p:cNvPr>
            <p:cNvSpPr txBox="1"/>
            <p:nvPr/>
          </p:nvSpPr>
          <p:spPr>
            <a:xfrm>
              <a:off x="2238445" y="1533832"/>
              <a:ext cx="1667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>
                  <a:solidFill>
                    <a:srgbClr val="404040"/>
                  </a:solidFill>
                  <a:latin typeface="Bahnschrift" panose="020B0502040204020203" pitchFamily="34" charset="0"/>
                </a:rPr>
                <a:t>ЭТАП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33F9B64-EF7D-49D3-9699-C28B455D5572}"/>
                </a:ext>
              </a:extLst>
            </p:cNvPr>
            <p:cNvSpPr txBox="1"/>
            <p:nvPr/>
          </p:nvSpPr>
          <p:spPr>
            <a:xfrm>
              <a:off x="3300572" y="1155474"/>
              <a:ext cx="29487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>
                  <a:solidFill>
                    <a:srgbClr val="404040"/>
                  </a:solidFill>
                  <a:latin typeface="Bahnschrift" panose="020B0502040204020203" pitchFamily="34" charset="0"/>
                </a:rPr>
                <a:t>ОПИСАНИЕ ЭТАПА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381C6F8-3070-4308-96D5-F8AE41117E16}"/>
                </a:ext>
              </a:extLst>
            </p:cNvPr>
            <p:cNvSpPr txBox="1"/>
            <p:nvPr/>
          </p:nvSpPr>
          <p:spPr>
            <a:xfrm>
              <a:off x="3306009" y="1406251"/>
              <a:ext cx="59462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ndara" panose="020E0502030303020204" pitchFamily="34" charset="0"/>
                </a:rPr>
                <a:t>Описание этапа. Дайте короткое описание этому этапу, которое соответствует теме данного слайда</a:t>
              </a:r>
            </a:p>
          </p:txBody>
        </p:sp>
        <p:pic>
          <p:nvPicPr>
            <p:cNvPr id="14" name="Рисунок 13" descr="Блокчейн контур">
              <a:extLst>
                <a:ext uri="{FF2B5EF4-FFF2-40B4-BE49-F238E27FC236}">
                  <a16:creationId xmlns:a16="http://schemas.microsoft.com/office/drawing/2014/main" id="{0FFC8027-0A15-44A4-82B9-5255B92652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534558" y="1067036"/>
              <a:ext cx="914400" cy="914400"/>
            </a:xfrm>
            <a:prstGeom prst="rect">
              <a:avLst/>
            </a:prstGeom>
          </p:spPr>
        </p:pic>
      </p:grpSp>
      <p:grpSp>
        <p:nvGrpSpPr>
          <p:cNvPr id="53" name="Группа 52">
            <a:extLst>
              <a:ext uri="{FF2B5EF4-FFF2-40B4-BE49-F238E27FC236}">
                <a16:creationId xmlns:a16="http://schemas.microsoft.com/office/drawing/2014/main" id="{D40BBE6D-686E-4D01-875B-D4205FBB2251}"/>
              </a:ext>
            </a:extLst>
          </p:cNvPr>
          <p:cNvGrpSpPr/>
          <p:nvPr/>
        </p:nvGrpSpPr>
        <p:grpSpPr>
          <a:xfrm>
            <a:off x="1320800" y="2643530"/>
            <a:ext cx="9575800" cy="1504616"/>
            <a:chOff x="1248608" y="673100"/>
            <a:chExt cx="9575800" cy="1504616"/>
          </a:xfrm>
        </p:grpSpPr>
        <p:grpSp>
          <p:nvGrpSpPr>
            <p:cNvPr id="68" name="Группа 67">
              <a:extLst>
                <a:ext uri="{FF2B5EF4-FFF2-40B4-BE49-F238E27FC236}">
                  <a16:creationId xmlns:a16="http://schemas.microsoft.com/office/drawing/2014/main" id="{6C89DAD0-92B8-4FDF-B8F2-9A13E3826640}"/>
                </a:ext>
              </a:extLst>
            </p:cNvPr>
            <p:cNvGrpSpPr/>
            <p:nvPr/>
          </p:nvGrpSpPr>
          <p:grpSpPr>
            <a:xfrm>
              <a:off x="1248608" y="673100"/>
              <a:ext cx="9575800" cy="1504616"/>
              <a:chOff x="1320800" y="673100"/>
              <a:chExt cx="9575800" cy="1504616"/>
            </a:xfrm>
            <a:effectLst>
              <a:outerShdw blurRad="76200" dist="635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78" name="Прямоугольник 77">
                <a:extLst>
                  <a:ext uri="{FF2B5EF4-FFF2-40B4-BE49-F238E27FC236}">
                    <a16:creationId xmlns:a16="http://schemas.microsoft.com/office/drawing/2014/main" id="{2FA65242-C811-4CA6-AB97-21AB4308ADD2}"/>
                  </a:ext>
                </a:extLst>
              </p:cNvPr>
              <p:cNvSpPr/>
              <p:nvPr/>
            </p:nvSpPr>
            <p:spPr>
              <a:xfrm>
                <a:off x="1320800" y="673100"/>
                <a:ext cx="9575800" cy="15046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9" name="Прямоугольник 78">
                <a:extLst>
                  <a:ext uri="{FF2B5EF4-FFF2-40B4-BE49-F238E27FC236}">
                    <a16:creationId xmlns:a16="http://schemas.microsoft.com/office/drawing/2014/main" id="{21425EE1-7EDD-4A53-945C-3702224653BE}"/>
                  </a:ext>
                </a:extLst>
              </p:cNvPr>
              <p:cNvSpPr/>
              <p:nvPr/>
            </p:nvSpPr>
            <p:spPr>
              <a:xfrm>
                <a:off x="1320800" y="673100"/>
                <a:ext cx="9575800" cy="266700"/>
              </a:xfrm>
              <a:prstGeom prst="rect">
                <a:avLst/>
              </a:prstGeom>
              <a:gradFill flip="none" rotWithShape="1">
                <a:gsLst>
                  <a:gs pos="15000">
                    <a:srgbClr val="707E87"/>
                  </a:gs>
                  <a:gs pos="3000">
                    <a:srgbClr val="414A53"/>
                  </a:gs>
                  <a:gs pos="34000">
                    <a:srgbClr val="728491"/>
                  </a:gs>
                  <a:gs pos="67000">
                    <a:srgbClr val="56646F"/>
                  </a:gs>
                </a:gsLst>
                <a:lin ang="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59FDF2C-054C-4F03-B41A-826D7910875C}"/>
                </a:ext>
              </a:extLst>
            </p:cNvPr>
            <p:cNvSpPr txBox="1"/>
            <p:nvPr/>
          </p:nvSpPr>
          <p:spPr>
            <a:xfrm>
              <a:off x="2238446" y="1087556"/>
              <a:ext cx="126781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" panose="020B0502040204020203" pitchFamily="34" charset="0"/>
                </a:rPr>
                <a:t>0</a:t>
              </a:r>
              <a:r>
                <a:rPr lang="ru-RU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" panose="020B0502040204020203" pitchFamily="34" charset="0"/>
                </a:rPr>
                <a:t>2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B2DA6DC-18A9-4372-B774-2CAFB171A021}"/>
                </a:ext>
              </a:extLst>
            </p:cNvPr>
            <p:cNvSpPr txBox="1"/>
            <p:nvPr/>
          </p:nvSpPr>
          <p:spPr>
            <a:xfrm>
              <a:off x="2238445" y="1533832"/>
              <a:ext cx="1667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>
                  <a:solidFill>
                    <a:srgbClr val="404040"/>
                  </a:solidFill>
                  <a:latin typeface="Bahnschrift" panose="020B0502040204020203" pitchFamily="34" charset="0"/>
                </a:rPr>
                <a:t>ЭТАП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22BAAF9D-CBF1-4644-9B49-9B6CDEA9FDC9}"/>
                </a:ext>
              </a:extLst>
            </p:cNvPr>
            <p:cNvSpPr txBox="1"/>
            <p:nvPr/>
          </p:nvSpPr>
          <p:spPr>
            <a:xfrm>
              <a:off x="3300572" y="1155474"/>
              <a:ext cx="29487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>
                  <a:solidFill>
                    <a:srgbClr val="404040"/>
                  </a:solidFill>
                  <a:latin typeface="Bahnschrift" panose="020B0502040204020203" pitchFamily="34" charset="0"/>
                </a:rPr>
                <a:t>ОПИСАНИЕ ЭТАПА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467F33F4-7BC0-4BD2-B6F8-EAB8F1BFA975}"/>
                </a:ext>
              </a:extLst>
            </p:cNvPr>
            <p:cNvSpPr txBox="1"/>
            <p:nvPr/>
          </p:nvSpPr>
          <p:spPr>
            <a:xfrm>
              <a:off x="3306009" y="1406251"/>
              <a:ext cx="59462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ndara" panose="020E0502030303020204" pitchFamily="34" charset="0"/>
                </a:rPr>
                <a:t>Описание этапа. Дайте короткое описание этому этапу, которое соответствует теме данного слайда</a:t>
              </a:r>
            </a:p>
          </p:txBody>
        </p:sp>
        <p:pic>
          <p:nvPicPr>
            <p:cNvPr id="77" name="Рисунок 76" descr="Блокчейн контур">
              <a:extLst>
                <a:ext uri="{FF2B5EF4-FFF2-40B4-BE49-F238E27FC236}">
                  <a16:creationId xmlns:a16="http://schemas.microsoft.com/office/drawing/2014/main" id="{45DA8AB4-DC0D-4CA9-950E-6CDB4108B8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534558" y="1067036"/>
              <a:ext cx="914400" cy="914400"/>
            </a:xfrm>
            <a:prstGeom prst="rect">
              <a:avLst/>
            </a:prstGeom>
          </p:spPr>
        </p:pic>
      </p:grpSp>
      <p:grpSp>
        <p:nvGrpSpPr>
          <p:cNvPr id="80" name="Группа 79">
            <a:extLst>
              <a:ext uri="{FF2B5EF4-FFF2-40B4-BE49-F238E27FC236}">
                <a16:creationId xmlns:a16="http://schemas.microsoft.com/office/drawing/2014/main" id="{3610AD6A-D99D-4E2F-B590-E0CC09C20413}"/>
              </a:ext>
            </a:extLst>
          </p:cNvPr>
          <p:cNvGrpSpPr/>
          <p:nvPr/>
        </p:nvGrpSpPr>
        <p:grpSpPr>
          <a:xfrm>
            <a:off x="1320800" y="4481610"/>
            <a:ext cx="9575800" cy="1504616"/>
            <a:chOff x="1248608" y="673100"/>
            <a:chExt cx="9575800" cy="1504616"/>
          </a:xfrm>
        </p:grpSpPr>
        <p:grpSp>
          <p:nvGrpSpPr>
            <p:cNvPr id="81" name="Группа 80">
              <a:extLst>
                <a:ext uri="{FF2B5EF4-FFF2-40B4-BE49-F238E27FC236}">
                  <a16:creationId xmlns:a16="http://schemas.microsoft.com/office/drawing/2014/main" id="{7DC6695A-6B02-4E8C-9345-4B25E1D1E4EE}"/>
                </a:ext>
              </a:extLst>
            </p:cNvPr>
            <p:cNvGrpSpPr/>
            <p:nvPr/>
          </p:nvGrpSpPr>
          <p:grpSpPr>
            <a:xfrm>
              <a:off x="1248608" y="673100"/>
              <a:ext cx="9575800" cy="1504616"/>
              <a:chOff x="1320800" y="673100"/>
              <a:chExt cx="9575800" cy="1504616"/>
            </a:xfrm>
            <a:effectLst>
              <a:outerShdw blurRad="76200" dist="635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87" name="Прямоугольник 86">
                <a:extLst>
                  <a:ext uri="{FF2B5EF4-FFF2-40B4-BE49-F238E27FC236}">
                    <a16:creationId xmlns:a16="http://schemas.microsoft.com/office/drawing/2014/main" id="{5B19067F-DDBB-48AC-B7E1-653131ABB30C}"/>
                  </a:ext>
                </a:extLst>
              </p:cNvPr>
              <p:cNvSpPr/>
              <p:nvPr/>
            </p:nvSpPr>
            <p:spPr>
              <a:xfrm>
                <a:off x="1320800" y="673100"/>
                <a:ext cx="9575800" cy="15046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8" name="Прямоугольник 87">
                <a:extLst>
                  <a:ext uri="{FF2B5EF4-FFF2-40B4-BE49-F238E27FC236}">
                    <a16:creationId xmlns:a16="http://schemas.microsoft.com/office/drawing/2014/main" id="{826AA215-958E-47DD-9A0F-79146A682D27}"/>
                  </a:ext>
                </a:extLst>
              </p:cNvPr>
              <p:cNvSpPr/>
              <p:nvPr/>
            </p:nvSpPr>
            <p:spPr>
              <a:xfrm>
                <a:off x="1320800" y="673100"/>
                <a:ext cx="9575800" cy="266700"/>
              </a:xfrm>
              <a:prstGeom prst="rect">
                <a:avLst/>
              </a:prstGeom>
              <a:gradFill flip="none" rotWithShape="1">
                <a:gsLst>
                  <a:gs pos="15000">
                    <a:srgbClr val="707E87"/>
                  </a:gs>
                  <a:gs pos="3000">
                    <a:srgbClr val="414A53"/>
                  </a:gs>
                  <a:gs pos="34000">
                    <a:srgbClr val="728491"/>
                  </a:gs>
                  <a:gs pos="67000">
                    <a:srgbClr val="56646F"/>
                  </a:gs>
                </a:gsLst>
                <a:lin ang="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1A26A115-2D03-4500-A1B3-E2431E122E12}"/>
                </a:ext>
              </a:extLst>
            </p:cNvPr>
            <p:cNvSpPr txBox="1"/>
            <p:nvPr/>
          </p:nvSpPr>
          <p:spPr>
            <a:xfrm>
              <a:off x="2238446" y="1087556"/>
              <a:ext cx="126781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" panose="020B0502040204020203" pitchFamily="34" charset="0"/>
                </a:rPr>
                <a:t>0</a:t>
              </a:r>
              <a:r>
                <a:rPr lang="ru-RU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" panose="020B0502040204020203" pitchFamily="34" charset="0"/>
                </a:rPr>
                <a:t>3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13F69FE-0042-430C-B2DF-F07AADB456EE}"/>
                </a:ext>
              </a:extLst>
            </p:cNvPr>
            <p:cNvSpPr txBox="1"/>
            <p:nvPr/>
          </p:nvSpPr>
          <p:spPr>
            <a:xfrm>
              <a:off x="2238445" y="1533832"/>
              <a:ext cx="1667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>
                  <a:solidFill>
                    <a:srgbClr val="404040"/>
                  </a:solidFill>
                  <a:latin typeface="Bahnschrift" panose="020B0502040204020203" pitchFamily="34" charset="0"/>
                </a:rPr>
                <a:t>ЭТАП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D1932988-0F80-4D92-9AC7-C13433DBE0D9}"/>
                </a:ext>
              </a:extLst>
            </p:cNvPr>
            <p:cNvSpPr txBox="1"/>
            <p:nvPr/>
          </p:nvSpPr>
          <p:spPr>
            <a:xfrm>
              <a:off x="3300572" y="1155474"/>
              <a:ext cx="29487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>
                  <a:solidFill>
                    <a:srgbClr val="404040"/>
                  </a:solidFill>
                  <a:latin typeface="Bahnschrift" panose="020B0502040204020203" pitchFamily="34" charset="0"/>
                </a:rPr>
                <a:t>ОПИСАНИЕ ЭТАПА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38365E28-575E-446B-84E8-9FE64855361D}"/>
                </a:ext>
              </a:extLst>
            </p:cNvPr>
            <p:cNvSpPr txBox="1"/>
            <p:nvPr/>
          </p:nvSpPr>
          <p:spPr>
            <a:xfrm>
              <a:off x="3306009" y="1406251"/>
              <a:ext cx="59462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ndara" panose="020E0502030303020204" pitchFamily="34" charset="0"/>
                </a:rPr>
                <a:t>Описание этапа. Дайте короткое описание этому этапу, которое соответствует теме данного слайда</a:t>
              </a:r>
            </a:p>
          </p:txBody>
        </p:sp>
        <p:pic>
          <p:nvPicPr>
            <p:cNvPr id="86" name="Рисунок 85" descr="Блокчейн контур">
              <a:extLst>
                <a:ext uri="{FF2B5EF4-FFF2-40B4-BE49-F238E27FC236}">
                  <a16:creationId xmlns:a16="http://schemas.microsoft.com/office/drawing/2014/main" id="{5B654B45-1478-46C5-9123-08CF82FD92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534558" y="1067036"/>
              <a:ext cx="914400" cy="914400"/>
            </a:xfrm>
            <a:prstGeom prst="rect">
              <a:avLst/>
            </a:prstGeom>
          </p:spPr>
        </p:pic>
      </p:grp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88793D4-0C27-4D1C-8C1D-4E6F770A7F05}"/>
              </a:ext>
            </a:extLst>
          </p:cNvPr>
          <p:cNvSpPr/>
          <p:nvPr/>
        </p:nvSpPr>
        <p:spPr>
          <a:xfrm>
            <a:off x="-1" y="0"/>
            <a:ext cx="1320801" cy="6858000"/>
          </a:xfrm>
          <a:prstGeom prst="rect">
            <a:avLst/>
          </a:prstGeom>
          <a:solidFill>
            <a:srgbClr val="333333"/>
          </a:solidFill>
          <a:ln>
            <a:noFill/>
          </a:ln>
          <a:effectLst>
            <a:outerShdw blurRad="546100" dist="2413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9336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FE3B71C-3254-4B02-9C29-1CCA257EB5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320CC23-7BFA-4DA6-8038-EC63ACA29DD4}"/>
              </a:ext>
            </a:extLst>
          </p:cNvPr>
          <p:cNvSpPr/>
          <p:nvPr/>
        </p:nvSpPr>
        <p:spPr>
          <a:xfrm>
            <a:off x="1314450" y="0"/>
            <a:ext cx="749300" cy="6858000"/>
          </a:xfrm>
          <a:prstGeom prst="rect">
            <a:avLst/>
          </a:prstGeom>
          <a:gradFill flip="none" rotWithShape="1">
            <a:gsLst>
              <a:gs pos="0">
                <a:srgbClr val="404040"/>
              </a:gs>
              <a:gs pos="17000">
                <a:srgbClr val="63737F"/>
              </a:gs>
              <a:gs pos="45000">
                <a:srgbClr val="83929D"/>
              </a:gs>
              <a:gs pos="93000">
                <a:srgbClr val="63737F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D1681367-F674-400D-BB6C-35194AC9D6E7}"/>
              </a:ext>
            </a:extLst>
          </p:cNvPr>
          <p:cNvSpPr/>
          <p:nvPr/>
        </p:nvSpPr>
        <p:spPr>
          <a:xfrm>
            <a:off x="2057400" y="0"/>
            <a:ext cx="10134600" cy="6858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114300" dist="889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60C7B749-B07B-4D9F-9482-00EA673051E5}"/>
              </a:ext>
            </a:extLst>
          </p:cNvPr>
          <p:cNvGrpSpPr/>
          <p:nvPr/>
        </p:nvGrpSpPr>
        <p:grpSpPr>
          <a:xfrm>
            <a:off x="1320800" y="805450"/>
            <a:ext cx="9575800" cy="1504616"/>
            <a:chOff x="1248608" y="673100"/>
            <a:chExt cx="9575800" cy="1504616"/>
          </a:xfrm>
        </p:grpSpPr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552A8A3E-2121-4B36-ACB3-1EC2A5E8CCE4}"/>
                </a:ext>
              </a:extLst>
            </p:cNvPr>
            <p:cNvGrpSpPr/>
            <p:nvPr/>
          </p:nvGrpSpPr>
          <p:grpSpPr>
            <a:xfrm>
              <a:off x="1248608" y="673100"/>
              <a:ext cx="9575800" cy="1504616"/>
              <a:chOff x="1320800" y="673100"/>
              <a:chExt cx="9575800" cy="1504616"/>
            </a:xfrm>
            <a:effectLst>
              <a:outerShdw blurRad="76200" dist="635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6" name="Прямоугольник 5">
                <a:extLst>
                  <a:ext uri="{FF2B5EF4-FFF2-40B4-BE49-F238E27FC236}">
                    <a16:creationId xmlns:a16="http://schemas.microsoft.com/office/drawing/2014/main" id="{726E98AD-9DD7-45C9-A283-C26E31068D0B}"/>
                  </a:ext>
                </a:extLst>
              </p:cNvPr>
              <p:cNvSpPr/>
              <p:nvPr/>
            </p:nvSpPr>
            <p:spPr>
              <a:xfrm>
                <a:off x="1320800" y="673100"/>
                <a:ext cx="9575800" cy="15046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Прямоугольник 34">
                <a:extLst>
                  <a:ext uri="{FF2B5EF4-FFF2-40B4-BE49-F238E27FC236}">
                    <a16:creationId xmlns:a16="http://schemas.microsoft.com/office/drawing/2014/main" id="{A4AE3712-21EC-464A-9E6D-EB54D31886A3}"/>
                  </a:ext>
                </a:extLst>
              </p:cNvPr>
              <p:cNvSpPr/>
              <p:nvPr/>
            </p:nvSpPr>
            <p:spPr>
              <a:xfrm>
                <a:off x="1320800" y="673100"/>
                <a:ext cx="9575800" cy="266700"/>
              </a:xfrm>
              <a:prstGeom prst="rect">
                <a:avLst/>
              </a:prstGeom>
              <a:gradFill flip="none" rotWithShape="1">
                <a:gsLst>
                  <a:gs pos="15000">
                    <a:srgbClr val="707E87"/>
                  </a:gs>
                  <a:gs pos="3000">
                    <a:srgbClr val="414A53"/>
                  </a:gs>
                  <a:gs pos="34000">
                    <a:srgbClr val="728491"/>
                  </a:gs>
                  <a:gs pos="67000">
                    <a:srgbClr val="56646F"/>
                  </a:gs>
                </a:gsLst>
                <a:lin ang="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AE80199-2499-4E0C-9573-7C4BCB406E1A}"/>
                </a:ext>
              </a:extLst>
            </p:cNvPr>
            <p:cNvSpPr txBox="1"/>
            <p:nvPr/>
          </p:nvSpPr>
          <p:spPr>
            <a:xfrm>
              <a:off x="2238446" y="1087556"/>
              <a:ext cx="126781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" panose="020B0502040204020203" pitchFamily="34" charset="0"/>
                </a:rPr>
                <a:t>0</a:t>
              </a:r>
              <a:r>
                <a:rPr lang="ru-RU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F44411F-2DD0-4137-9D75-26BC5BB81F91}"/>
                </a:ext>
              </a:extLst>
            </p:cNvPr>
            <p:cNvSpPr txBox="1"/>
            <p:nvPr/>
          </p:nvSpPr>
          <p:spPr>
            <a:xfrm>
              <a:off x="2238445" y="1533832"/>
              <a:ext cx="1667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>
                  <a:solidFill>
                    <a:srgbClr val="404040"/>
                  </a:solidFill>
                  <a:latin typeface="Bahnschrift" panose="020B0502040204020203" pitchFamily="34" charset="0"/>
                </a:rPr>
                <a:t>ЭТАП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33F9B64-EF7D-49D3-9699-C28B455D5572}"/>
                </a:ext>
              </a:extLst>
            </p:cNvPr>
            <p:cNvSpPr txBox="1"/>
            <p:nvPr/>
          </p:nvSpPr>
          <p:spPr>
            <a:xfrm>
              <a:off x="3300572" y="1155474"/>
              <a:ext cx="29487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>
                  <a:solidFill>
                    <a:srgbClr val="404040"/>
                  </a:solidFill>
                  <a:latin typeface="Bahnschrift" panose="020B0502040204020203" pitchFamily="34" charset="0"/>
                </a:rPr>
                <a:t>ОПИСАНИЕ ЭТАПА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381C6F8-3070-4308-96D5-F8AE41117E16}"/>
                </a:ext>
              </a:extLst>
            </p:cNvPr>
            <p:cNvSpPr txBox="1"/>
            <p:nvPr/>
          </p:nvSpPr>
          <p:spPr>
            <a:xfrm>
              <a:off x="3306009" y="1406251"/>
              <a:ext cx="59462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ndara" panose="020E0502030303020204" pitchFamily="34" charset="0"/>
                </a:rPr>
                <a:t>Описание этапа. Дайте короткое описание этому этапу, которое соответствует теме данного слайда</a:t>
              </a:r>
            </a:p>
          </p:txBody>
        </p:sp>
        <p:pic>
          <p:nvPicPr>
            <p:cNvPr id="14" name="Рисунок 13" descr="Блокчейн контур">
              <a:extLst>
                <a:ext uri="{FF2B5EF4-FFF2-40B4-BE49-F238E27FC236}">
                  <a16:creationId xmlns:a16="http://schemas.microsoft.com/office/drawing/2014/main" id="{0FFC8027-0A15-44A4-82B9-5255B92652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534558" y="1067036"/>
              <a:ext cx="914400" cy="914400"/>
            </a:xfrm>
            <a:prstGeom prst="rect">
              <a:avLst/>
            </a:prstGeom>
          </p:spPr>
        </p:pic>
      </p:grpSp>
      <p:grpSp>
        <p:nvGrpSpPr>
          <p:cNvPr id="53" name="Группа 52">
            <a:extLst>
              <a:ext uri="{FF2B5EF4-FFF2-40B4-BE49-F238E27FC236}">
                <a16:creationId xmlns:a16="http://schemas.microsoft.com/office/drawing/2014/main" id="{D40BBE6D-686E-4D01-875B-D4205FBB2251}"/>
              </a:ext>
            </a:extLst>
          </p:cNvPr>
          <p:cNvGrpSpPr/>
          <p:nvPr/>
        </p:nvGrpSpPr>
        <p:grpSpPr>
          <a:xfrm>
            <a:off x="1320800" y="2643530"/>
            <a:ext cx="9575800" cy="1504616"/>
            <a:chOff x="1248608" y="673100"/>
            <a:chExt cx="9575800" cy="1504616"/>
          </a:xfrm>
        </p:grpSpPr>
        <p:grpSp>
          <p:nvGrpSpPr>
            <p:cNvPr id="68" name="Группа 67">
              <a:extLst>
                <a:ext uri="{FF2B5EF4-FFF2-40B4-BE49-F238E27FC236}">
                  <a16:creationId xmlns:a16="http://schemas.microsoft.com/office/drawing/2014/main" id="{6C89DAD0-92B8-4FDF-B8F2-9A13E3826640}"/>
                </a:ext>
              </a:extLst>
            </p:cNvPr>
            <p:cNvGrpSpPr/>
            <p:nvPr/>
          </p:nvGrpSpPr>
          <p:grpSpPr>
            <a:xfrm>
              <a:off x="1248608" y="673100"/>
              <a:ext cx="9575800" cy="1504616"/>
              <a:chOff x="1320800" y="673100"/>
              <a:chExt cx="9575800" cy="1504616"/>
            </a:xfrm>
            <a:effectLst>
              <a:outerShdw blurRad="76200" dist="635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78" name="Прямоугольник 77">
                <a:extLst>
                  <a:ext uri="{FF2B5EF4-FFF2-40B4-BE49-F238E27FC236}">
                    <a16:creationId xmlns:a16="http://schemas.microsoft.com/office/drawing/2014/main" id="{2FA65242-C811-4CA6-AB97-21AB4308ADD2}"/>
                  </a:ext>
                </a:extLst>
              </p:cNvPr>
              <p:cNvSpPr/>
              <p:nvPr/>
            </p:nvSpPr>
            <p:spPr>
              <a:xfrm>
                <a:off x="1320800" y="673100"/>
                <a:ext cx="9575800" cy="15046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9" name="Прямоугольник 78">
                <a:extLst>
                  <a:ext uri="{FF2B5EF4-FFF2-40B4-BE49-F238E27FC236}">
                    <a16:creationId xmlns:a16="http://schemas.microsoft.com/office/drawing/2014/main" id="{21425EE1-7EDD-4A53-945C-3702224653BE}"/>
                  </a:ext>
                </a:extLst>
              </p:cNvPr>
              <p:cNvSpPr/>
              <p:nvPr/>
            </p:nvSpPr>
            <p:spPr>
              <a:xfrm>
                <a:off x="1320800" y="673100"/>
                <a:ext cx="9575800" cy="266700"/>
              </a:xfrm>
              <a:prstGeom prst="rect">
                <a:avLst/>
              </a:prstGeom>
              <a:gradFill flip="none" rotWithShape="1">
                <a:gsLst>
                  <a:gs pos="15000">
                    <a:srgbClr val="707E87"/>
                  </a:gs>
                  <a:gs pos="3000">
                    <a:srgbClr val="414A53"/>
                  </a:gs>
                  <a:gs pos="34000">
                    <a:srgbClr val="728491"/>
                  </a:gs>
                  <a:gs pos="67000">
                    <a:srgbClr val="56646F"/>
                  </a:gs>
                </a:gsLst>
                <a:lin ang="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59FDF2C-054C-4F03-B41A-826D7910875C}"/>
                </a:ext>
              </a:extLst>
            </p:cNvPr>
            <p:cNvSpPr txBox="1"/>
            <p:nvPr/>
          </p:nvSpPr>
          <p:spPr>
            <a:xfrm>
              <a:off x="2238446" y="1087556"/>
              <a:ext cx="126781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" panose="020B0502040204020203" pitchFamily="34" charset="0"/>
                </a:rPr>
                <a:t>0</a:t>
              </a:r>
              <a:r>
                <a:rPr lang="ru-RU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" panose="020B0502040204020203" pitchFamily="34" charset="0"/>
                </a:rPr>
                <a:t>2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B2DA6DC-18A9-4372-B774-2CAFB171A021}"/>
                </a:ext>
              </a:extLst>
            </p:cNvPr>
            <p:cNvSpPr txBox="1"/>
            <p:nvPr/>
          </p:nvSpPr>
          <p:spPr>
            <a:xfrm>
              <a:off x="2238445" y="1533832"/>
              <a:ext cx="1667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>
                  <a:solidFill>
                    <a:srgbClr val="404040"/>
                  </a:solidFill>
                  <a:latin typeface="Bahnschrift" panose="020B0502040204020203" pitchFamily="34" charset="0"/>
                </a:rPr>
                <a:t>ЭТАП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22BAAF9D-CBF1-4644-9B49-9B6CDEA9FDC9}"/>
                </a:ext>
              </a:extLst>
            </p:cNvPr>
            <p:cNvSpPr txBox="1"/>
            <p:nvPr/>
          </p:nvSpPr>
          <p:spPr>
            <a:xfrm>
              <a:off x="3300572" y="1155474"/>
              <a:ext cx="29487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>
                  <a:solidFill>
                    <a:srgbClr val="404040"/>
                  </a:solidFill>
                  <a:latin typeface="Bahnschrift" panose="020B0502040204020203" pitchFamily="34" charset="0"/>
                </a:rPr>
                <a:t>ОПИСАНИЕ ЭТАПА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467F33F4-7BC0-4BD2-B6F8-EAB8F1BFA975}"/>
                </a:ext>
              </a:extLst>
            </p:cNvPr>
            <p:cNvSpPr txBox="1"/>
            <p:nvPr/>
          </p:nvSpPr>
          <p:spPr>
            <a:xfrm>
              <a:off x="3306009" y="1406251"/>
              <a:ext cx="59462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ndara" panose="020E0502030303020204" pitchFamily="34" charset="0"/>
                </a:rPr>
                <a:t>Описание этапа. Дайте короткое описание этому этапу, которое соответствует теме данного слайда</a:t>
              </a:r>
            </a:p>
          </p:txBody>
        </p:sp>
        <p:pic>
          <p:nvPicPr>
            <p:cNvPr id="77" name="Рисунок 76" descr="Блокчейн контур">
              <a:extLst>
                <a:ext uri="{FF2B5EF4-FFF2-40B4-BE49-F238E27FC236}">
                  <a16:creationId xmlns:a16="http://schemas.microsoft.com/office/drawing/2014/main" id="{45DA8AB4-DC0D-4CA9-950E-6CDB4108B8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534558" y="1067036"/>
              <a:ext cx="914400" cy="914400"/>
            </a:xfrm>
            <a:prstGeom prst="rect">
              <a:avLst/>
            </a:prstGeom>
          </p:spPr>
        </p:pic>
      </p:grpSp>
      <p:grpSp>
        <p:nvGrpSpPr>
          <p:cNvPr id="80" name="Группа 79">
            <a:extLst>
              <a:ext uri="{FF2B5EF4-FFF2-40B4-BE49-F238E27FC236}">
                <a16:creationId xmlns:a16="http://schemas.microsoft.com/office/drawing/2014/main" id="{3610AD6A-D99D-4E2F-B590-E0CC09C20413}"/>
              </a:ext>
            </a:extLst>
          </p:cNvPr>
          <p:cNvGrpSpPr/>
          <p:nvPr/>
        </p:nvGrpSpPr>
        <p:grpSpPr>
          <a:xfrm>
            <a:off x="1320800" y="4481610"/>
            <a:ext cx="9575800" cy="1504616"/>
            <a:chOff x="1248608" y="673100"/>
            <a:chExt cx="9575800" cy="1504616"/>
          </a:xfrm>
        </p:grpSpPr>
        <p:grpSp>
          <p:nvGrpSpPr>
            <p:cNvPr id="81" name="Группа 80">
              <a:extLst>
                <a:ext uri="{FF2B5EF4-FFF2-40B4-BE49-F238E27FC236}">
                  <a16:creationId xmlns:a16="http://schemas.microsoft.com/office/drawing/2014/main" id="{7DC6695A-6B02-4E8C-9345-4B25E1D1E4EE}"/>
                </a:ext>
              </a:extLst>
            </p:cNvPr>
            <p:cNvGrpSpPr/>
            <p:nvPr/>
          </p:nvGrpSpPr>
          <p:grpSpPr>
            <a:xfrm>
              <a:off x="1248608" y="673100"/>
              <a:ext cx="9575800" cy="1504616"/>
              <a:chOff x="1320800" y="673100"/>
              <a:chExt cx="9575800" cy="1504616"/>
            </a:xfrm>
            <a:effectLst>
              <a:outerShdw blurRad="76200" dist="635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87" name="Прямоугольник 86">
                <a:extLst>
                  <a:ext uri="{FF2B5EF4-FFF2-40B4-BE49-F238E27FC236}">
                    <a16:creationId xmlns:a16="http://schemas.microsoft.com/office/drawing/2014/main" id="{5B19067F-DDBB-48AC-B7E1-653131ABB30C}"/>
                  </a:ext>
                </a:extLst>
              </p:cNvPr>
              <p:cNvSpPr/>
              <p:nvPr/>
            </p:nvSpPr>
            <p:spPr>
              <a:xfrm>
                <a:off x="1320800" y="673100"/>
                <a:ext cx="9575800" cy="15046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8" name="Прямоугольник 87">
                <a:extLst>
                  <a:ext uri="{FF2B5EF4-FFF2-40B4-BE49-F238E27FC236}">
                    <a16:creationId xmlns:a16="http://schemas.microsoft.com/office/drawing/2014/main" id="{826AA215-958E-47DD-9A0F-79146A682D27}"/>
                  </a:ext>
                </a:extLst>
              </p:cNvPr>
              <p:cNvSpPr/>
              <p:nvPr/>
            </p:nvSpPr>
            <p:spPr>
              <a:xfrm>
                <a:off x="1320800" y="673100"/>
                <a:ext cx="9575800" cy="266700"/>
              </a:xfrm>
              <a:prstGeom prst="rect">
                <a:avLst/>
              </a:prstGeom>
              <a:gradFill flip="none" rotWithShape="1">
                <a:gsLst>
                  <a:gs pos="15000">
                    <a:srgbClr val="707E87"/>
                  </a:gs>
                  <a:gs pos="3000">
                    <a:srgbClr val="414A53"/>
                  </a:gs>
                  <a:gs pos="34000">
                    <a:srgbClr val="728491"/>
                  </a:gs>
                  <a:gs pos="67000">
                    <a:srgbClr val="56646F"/>
                  </a:gs>
                </a:gsLst>
                <a:lin ang="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1A26A115-2D03-4500-A1B3-E2431E122E12}"/>
                </a:ext>
              </a:extLst>
            </p:cNvPr>
            <p:cNvSpPr txBox="1"/>
            <p:nvPr/>
          </p:nvSpPr>
          <p:spPr>
            <a:xfrm>
              <a:off x="2238446" y="1087556"/>
              <a:ext cx="126781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" panose="020B0502040204020203" pitchFamily="34" charset="0"/>
                </a:rPr>
                <a:t>0</a:t>
              </a:r>
              <a:r>
                <a:rPr lang="ru-RU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ahnschrift" panose="020B0502040204020203" pitchFamily="34" charset="0"/>
                </a:rPr>
                <a:t>3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13F69FE-0042-430C-B2DF-F07AADB456EE}"/>
                </a:ext>
              </a:extLst>
            </p:cNvPr>
            <p:cNvSpPr txBox="1"/>
            <p:nvPr/>
          </p:nvSpPr>
          <p:spPr>
            <a:xfrm>
              <a:off x="2238445" y="1533832"/>
              <a:ext cx="1667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>
                  <a:solidFill>
                    <a:srgbClr val="404040"/>
                  </a:solidFill>
                  <a:latin typeface="Bahnschrift" panose="020B0502040204020203" pitchFamily="34" charset="0"/>
                </a:rPr>
                <a:t>ЭТАП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D1932988-0F80-4D92-9AC7-C13433DBE0D9}"/>
                </a:ext>
              </a:extLst>
            </p:cNvPr>
            <p:cNvSpPr txBox="1"/>
            <p:nvPr/>
          </p:nvSpPr>
          <p:spPr>
            <a:xfrm>
              <a:off x="3300572" y="1155474"/>
              <a:ext cx="29487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>
                  <a:solidFill>
                    <a:srgbClr val="404040"/>
                  </a:solidFill>
                  <a:latin typeface="Bahnschrift" panose="020B0502040204020203" pitchFamily="34" charset="0"/>
                </a:rPr>
                <a:t>ОПИСАНИЕ ЭТАПА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38365E28-575E-446B-84E8-9FE64855361D}"/>
                </a:ext>
              </a:extLst>
            </p:cNvPr>
            <p:cNvSpPr txBox="1"/>
            <p:nvPr/>
          </p:nvSpPr>
          <p:spPr>
            <a:xfrm>
              <a:off x="3306009" y="1406251"/>
              <a:ext cx="59462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ndara" panose="020E0502030303020204" pitchFamily="34" charset="0"/>
                </a:rPr>
                <a:t>Описание этапа. Дайте короткое описание этому этапу, которое соответствует теме данного слайда</a:t>
              </a:r>
            </a:p>
          </p:txBody>
        </p:sp>
        <p:pic>
          <p:nvPicPr>
            <p:cNvPr id="86" name="Рисунок 85" descr="Блокчейн контур">
              <a:extLst>
                <a:ext uri="{FF2B5EF4-FFF2-40B4-BE49-F238E27FC236}">
                  <a16:creationId xmlns:a16="http://schemas.microsoft.com/office/drawing/2014/main" id="{5B654B45-1478-46C5-9123-08CF82FD92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534558" y="1067036"/>
              <a:ext cx="914400" cy="914400"/>
            </a:xfrm>
            <a:prstGeom prst="rect">
              <a:avLst/>
            </a:prstGeom>
          </p:spPr>
        </p:pic>
      </p:grp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88793D4-0C27-4D1C-8C1D-4E6F770A7F05}"/>
              </a:ext>
            </a:extLst>
          </p:cNvPr>
          <p:cNvSpPr/>
          <p:nvPr/>
        </p:nvSpPr>
        <p:spPr>
          <a:xfrm>
            <a:off x="-1" y="0"/>
            <a:ext cx="1320801" cy="6858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546100" dist="2413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9564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FE3B71C-3254-4B02-9C29-1CCA257EB5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FFC3C103-4F8A-4172-9FBB-151A0CF5095F}"/>
              </a:ext>
            </a:extLst>
          </p:cNvPr>
          <p:cNvGrpSpPr/>
          <p:nvPr/>
        </p:nvGrpSpPr>
        <p:grpSpPr>
          <a:xfrm>
            <a:off x="2420228" y="367047"/>
            <a:ext cx="7351543" cy="2090821"/>
            <a:chOff x="2351088" y="493295"/>
            <a:chExt cx="7351543" cy="2090821"/>
          </a:xfrm>
        </p:grpSpPr>
        <p:sp>
          <p:nvSpPr>
            <p:cNvPr id="5" name="Прямоугольный треугольник 4">
              <a:extLst>
                <a:ext uri="{FF2B5EF4-FFF2-40B4-BE49-F238E27FC236}">
                  <a16:creationId xmlns:a16="http://schemas.microsoft.com/office/drawing/2014/main" id="{5CBF8B84-78A6-4889-A64D-C79E6A0D9487}"/>
                </a:ext>
              </a:extLst>
            </p:cNvPr>
            <p:cNvSpPr/>
            <p:nvPr/>
          </p:nvSpPr>
          <p:spPr>
            <a:xfrm rot="5400000">
              <a:off x="3251200" y="1383632"/>
              <a:ext cx="1200484" cy="1200484"/>
            </a:xfrm>
            <a:prstGeom prst="rtTriangle">
              <a:avLst/>
            </a:prstGeom>
            <a:solidFill>
              <a:srgbClr val="F4B2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" name="Прямоугольник 1">
              <a:extLst>
                <a:ext uri="{FF2B5EF4-FFF2-40B4-BE49-F238E27FC236}">
                  <a16:creationId xmlns:a16="http://schemas.microsoft.com/office/drawing/2014/main" id="{4170BDFC-DB22-49CC-9F36-5B3C0F71FDB9}"/>
                </a:ext>
              </a:extLst>
            </p:cNvPr>
            <p:cNvSpPr/>
            <p:nvPr/>
          </p:nvSpPr>
          <p:spPr>
            <a:xfrm>
              <a:off x="2351088" y="493295"/>
              <a:ext cx="1780674" cy="1780674"/>
            </a:xfrm>
            <a:prstGeom prst="rect">
              <a:avLst/>
            </a:prstGeom>
            <a:gradFill flip="none" rotWithShape="1">
              <a:gsLst>
                <a:gs pos="20000">
                  <a:srgbClr val="F4B11C"/>
                </a:gs>
                <a:gs pos="45000">
                  <a:srgbClr val="F3C016"/>
                </a:gs>
                <a:gs pos="76000">
                  <a:srgbClr val="F5CB1F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889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2" name="Прямоугольник 31">
              <a:extLst>
                <a:ext uri="{FF2B5EF4-FFF2-40B4-BE49-F238E27FC236}">
                  <a16:creationId xmlns:a16="http://schemas.microsoft.com/office/drawing/2014/main" id="{68B230D5-05A0-436A-8F77-68EA4F484687}"/>
                </a:ext>
              </a:extLst>
            </p:cNvPr>
            <p:cNvSpPr/>
            <p:nvPr/>
          </p:nvSpPr>
          <p:spPr>
            <a:xfrm>
              <a:off x="4451684" y="493295"/>
              <a:ext cx="5250947" cy="17806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889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0" name="Рисунок 9" descr="Китайский заварочный чайник и чашка со сплошной заливкой">
              <a:extLst>
                <a:ext uri="{FF2B5EF4-FFF2-40B4-BE49-F238E27FC236}">
                  <a16:creationId xmlns:a16="http://schemas.microsoft.com/office/drawing/2014/main" id="{890EE6A5-69A4-4CEB-8602-C781BFA7AF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84225" y="919163"/>
              <a:ext cx="914400" cy="914400"/>
            </a:xfrm>
            <a:prstGeom prst="rect">
              <a:avLst/>
            </a:prstGeom>
          </p:spPr>
        </p:pic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6B56E5B0-BD66-4CF7-BFD6-16FF84114AB5}"/>
                </a:ext>
              </a:extLst>
            </p:cNvPr>
            <p:cNvSpPr/>
            <p:nvPr/>
          </p:nvSpPr>
          <p:spPr>
            <a:xfrm>
              <a:off x="2576472" y="708904"/>
              <a:ext cx="1336467" cy="1336467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664B1B1-457F-4037-9D04-2DBDB7900827}"/>
                </a:ext>
              </a:extLst>
            </p:cNvPr>
            <p:cNvSpPr txBox="1"/>
            <p:nvPr/>
          </p:nvSpPr>
          <p:spPr>
            <a:xfrm>
              <a:off x="4790082" y="834397"/>
              <a:ext cx="985074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gradFill>
                    <a:gsLst>
                      <a:gs pos="20000">
                        <a:srgbClr val="F4B11C"/>
                      </a:gs>
                      <a:gs pos="45000">
                        <a:srgbClr val="F3C016"/>
                      </a:gs>
                      <a:gs pos="76000">
                        <a:srgbClr val="F5CB1F"/>
                      </a:gs>
                    </a:gsLst>
                    <a:lin ang="5400000" scaled="1"/>
                  </a:gradFill>
                  <a:latin typeface="Bahnschrift" panose="020B0502040204020203" pitchFamily="34" charset="0"/>
                </a:rPr>
                <a:t>01</a:t>
              </a:r>
              <a:endParaRPr lang="ru-RU" sz="6600" b="1" dirty="0">
                <a:gradFill>
                  <a:gsLst>
                    <a:gs pos="20000">
                      <a:srgbClr val="F4B11C"/>
                    </a:gs>
                    <a:gs pos="45000">
                      <a:srgbClr val="F3C016"/>
                    </a:gs>
                    <a:gs pos="76000">
                      <a:srgbClr val="F5CB1F"/>
                    </a:gs>
                  </a:gsLst>
                  <a:lin ang="5400000" scaled="1"/>
                </a:gradFill>
                <a:latin typeface="Bahnschrift" panose="020B0502040204020203" pitchFamily="34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B921480-4E98-4B1D-94E3-82E1C96AD193}"/>
                </a:ext>
              </a:extLst>
            </p:cNvPr>
            <p:cNvSpPr txBox="1"/>
            <p:nvPr/>
          </p:nvSpPr>
          <p:spPr>
            <a:xfrm>
              <a:off x="5985702" y="623039"/>
              <a:ext cx="29487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>
                  <a:gradFill>
                    <a:gsLst>
                      <a:gs pos="20000">
                        <a:srgbClr val="F4B11C"/>
                      </a:gs>
                      <a:gs pos="45000">
                        <a:srgbClr val="F3C016"/>
                      </a:gs>
                      <a:gs pos="76000">
                        <a:srgbClr val="F5CB1F"/>
                      </a:gs>
                    </a:gsLst>
                    <a:lin ang="5400000" scaled="1"/>
                  </a:gradFill>
                  <a:latin typeface="Bahnschrift" panose="020B0502040204020203" pitchFamily="34" charset="0"/>
                </a:rPr>
                <a:t>ОПИСАНИЕ ЭТАПА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092E678-BF62-4867-98E6-F6D295A14B3E}"/>
                </a:ext>
              </a:extLst>
            </p:cNvPr>
            <p:cNvSpPr txBox="1"/>
            <p:nvPr/>
          </p:nvSpPr>
          <p:spPr>
            <a:xfrm>
              <a:off x="6010212" y="977835"/>
              <a:ext cx="3308337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ndara" panose="020E0502030303020204" pitchFamily="34" charset="0"/>
                </a:rPr>
                <a:t>Описание этапа. Дайте короткое описание этому этапу, которое соответствует теме данного слайда</a:t>
              </a:r>
            </a:p>
          </p:txBody>
        </p:sp>
      </p:grp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146EEE74-4C17-4144-A1CA-8B34C5BF03CC}"/>
              </a:ext>
            </a:extLst>
          </p:cNvPr>
          <p:cNvGrpSpPr/>
          <p:nvPr/>
        </p:nvGrpSpPr>
        <p:grpSpPr>
          <a:xfrm flipH="1">
            <a:off x="2420228" y="2476349"/>
            <a:ext cx="7351543" cy="2090821"/>
            <a:chOff x="2351088" y="493295"/>
            <a:chExt cx="7351543" cy="2090821"/>
          </a:xfrm>
        </p:grpSpPr>
        <p:sp>
          <p:nvSpPr>
            <p:cNvPr id="53" name="Прямоугольный треугольник 52">
              <a:extLst>
                <a:ext uri="{FF2B5EF4-FFF2-40B4-BE49-F238E27FC236}">
                  <a16:creationId xmlns:a16="http://schemas.microsoft.com/office/drawing/2014/main" id="{0C65AE4F-3FC5-4DBF-BAA3-FB9479B291ED}"/>
                </a:ext>
              </a:extLst>
            </p:cNvPr>
            <p:cNvSpPr/>
            <p:nvPr/>
          </p:nvSpPr>
          <p:spPr>
            <a:xfrm rot="5400000">
              <a:off x="3251200" y="1383632"/>
              <a:ext cx="1200484" cy="1200484"/>
            </a:xfrm>
            <a:prstGeom prst="rtTriangle">
              <a:avLst/>
            </a:prstGeom>
            <a:solidFill>
              <a:srgbClr val="EA6E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68" name="Прямоугольник 67">
              <a:extLst>
                <a:ext uri="{FF2B5EF4-FFF2-40B4-BE49-F238E27FC236}">
                  <a16:creationId xmlns:a16="http://schemas.microsoft.com/office/drawing/2014/main" id="{09B6D6F3-AB7B-4980-A803-21C0FD6ADD5B}"/>
                </a:ext>
              </a:extLst>
            </p:cNvPr>
            <p:cNvSpPr/>
            <p:nvPr/>
          </p:nvSpPr>
          <p:spPr>
            <a:xfrm>
              <a:off x="2351088" y="493295"/>
              <a:ext cx="1780674" cy="1780674"/>
            </a:xfrm>
            <a:prstGeom prst="rect">
              <a:avLst/>
            </a:prstGeom>
            <a:gradFill flip="none" rotWithShape="1">
              <a:gsLst>
                <a:gs pos="20000">
                  <a:srgbClr val="EA6E1A"/>
                </a:gs>
                <a:gs pos="45000">
                  <a:srgbClr val="F2862E"/>
                </a:gs>
                <a:gs pos="76000">
                  <a:srgbClr val="FE8F2F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889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3" name="Прямоугольник 72">
              <a:extLst>
                <a:ext uri="{FF2B5EF4-FFF2-40B4-BE49-F238E27FC236}">
                  <a16:creationId xmlns:a16="http://schemas.microsoft.com/office/drawing/2014/main" id="{7440401C-96A7-442D-93BE-6C42CD688625}"/>
                </a:ext>
              </a:extLst>
            </p:cNvPr>
            <p:cNvSpPr/>
            <p:nvPr/>
          </p:nvSpPr>
          <p:spPr>
            <a:xfrm>
              <a:off x="4451684" y="493295"/>
              <a:ext cx="5250947" cy="17806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889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74" name="Рисунок 73" descr="Чашка латте со сплошной заливкой">
              <a:extLst>
                <a:ext uri="{FF2B5EF4-FFF2-40B4-BE49-F238E27FC236}">
                  <a16:creationId xmlns:a16="http://schemas.microsoft.com/office/drawing/2014/main" id="{A985CA2D-6A5E-4014-AFFE-410A1AC3CD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784225" y="919163"/>
              <a:ext cx="914400" cy="914400"/>
            </a:xfrm>
            <a:prstGeom prst="rect">
              <a:avLst/>
            </a:prstGeom>
          </p:spPr>
        </p:pic>
        <p:sp>
          <p:nvSpPr>
            <p:cNvPr id="75" name="Овал 74">
              <a:extLst>
                <a:ext uri="{FF2B5EF4-FFF2-40B4-BE49-F238E27FC236}">
                  <a16:creationId xmlns:a16="http://schemas.microsoft.com/office/drawing/2014/main" id="{F5E0C0D7-EA47-4B57-A720-270236375917}"/>
                </a:ext>
              </a:extLst>
            </p:cNvPr>
            <p:cNvSpPr/>
            <p:nvPr/>
          </p:nvSpPr>
          <p:spPr>
            <a:xfrm>
              <a:off x="2576472" y="708904"/>
              <a:ext cx="1336467" cy="1336467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5A283F7A-CAA4-4131-A650-AA502AFA798A}"/>
                </a:ext>
              </a:extLst>
            </p:cNvPr>
            <p:cNvSpPr txBox="1"/>
            <p:nvPr/>
          </p:nvSpPr>
          <p:spPr>
            <a:xfrm>
              <a:off x="4681798" y="810333"/>
              <a:ext cx="1200485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gradFill>
                    <a:gsLst>
                      <a:gs pos="20000">
                        <a:srgbClr val="EA6E1A"/>
                      </a:gs>
                      <a:gs pos="45000">
                        <a:srgbClr val="F4882E"/>
                      </a:gs>
                      <a:gs pos="76000">
                        <a:srgbClr val="FE8F2F"/>
                      </a:gs>
                    </a:gsLst>
                    <a:lin ang="5400000" scaled="1"/>
                  </a:gradFill>
                  <a:latin typeface="Bahnschrift" panose="020B0502040204020203" pitchFamily="34" charset="0"/>
                </a:rPr>
                <a:t>0</a:t>
              </a:r>
              <a:r>
                <a:rPr lang="ru-RU" sz="6600" b="1" dirty="0">
                  <a:gradFill>
                    <a:gsLst>
                      <a:gs pos="20000">
                        <a:srgbClr val="EA6E1A"/>
                      </a:gs>
                      <a:gs pos="45000">
                        <a:srgbClr val="F4882E"/>
                      </a:gs>
                      <a:gs pos="76000">
                        <a:srgbClr val="FE8F2F"/>
                      </a:gs>
                    </a:gsLst>
                    <a:lin ang="5400000" scaled="1"/>
                  </a:gradFill>
                  <a:latin typeface="Bahnschrift" panose="020B0502040204020203" pitchFamily="34" charset="0"/>
                </a:rPr>
                <a:t>2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15F3DF5C-4FE5-4FFE-BC9B-4E58D92C2E60}"/>
                </a:ext>
              </a:extLst>
            </p:cNvPr>
            <p:cNvSpPr txBox="1"/>
            <p:nvPr/>
          </p:nvSpPr>
          <p:spPr>
            <a:xfrm>
              <a:off x="5985702" y="623039"/>
              <a:ext cx="29487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ru-RU"/>
              </a:defPPr>
              <a:lvl1pPr algn="ctr">
                <a:defRPr sz="6600" b="1">
                  <a:gradFill>
                    <a:gsLst>
                      <a:gs pos="20000">
                        <a:srgbClr val="EA6E1A"/>
                      </a:gs>
                      <a:gs pos="45000">
                        <a:srgbClr val="F4882E"/>
                      </a:gs>
                      <a:gs pos="76000">
                        <a:srgbClr val="FE8F2F"/>
                      </a:gs>
                    </a:gsLst>
                    <a:lin ang="5400000" scaled="1"/>
                  </a:gradFill>
                  <a:latin typeface="Bahnschrift" panose="020B0502040204020203" pitchFamily="34" charset="0"/>
                </a:defRPr>
              </a:lvl1pPr>
            </a:lstStyle>
            <a:p>
              <a:pPr algn="r"/>
              <a:r>
                <a:rPr lang="ru-RU" sz="2000" dirty="0"/>
                <a:t>ОПИСАНИЕ ЭТАПА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7C2269D-2A05-49F8-9D20-9DD191E21E61}"/>
                </a:ext>
              </a:extLst>
            </p:cNvPr>
            <p:cNvSpPr txBox="1"/>
            <p:nvPr/>
          </p:nvSpPr>
          <p:spPr>
            <a:xfrm>
              <a:off x="6010212" y="977835"/>
              <a:ext cx="3308337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u-RU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ndara" panose="020E0502030303020204" pitchFamily="34" charset="0"/>
                </a:rPr>
                <a:t>Описание этапа. Дайте короткое описание этому этапу, которое соответствует теме данного слайда</a:t>
              </a:r>
            </a:p>
          </p:txBody>
        </p:sp>
      </p:grpSp>
      <p:grpSp>
        <p:nvGrpSpPr>
          <p:cNvPr id="79" name="Группа 78">
            <a:extLst>
              <a:ext uri="{FF2B5EF4-FFF2-40B4-BE49-F238E27FC236}">
                <a16:creationId xmlns:a16="http://schemas.microsoft.com/office/drawing/2014/main" id="{05546B50-E1A7-4DF9-8DA7-A22B20C4F2EB}"/>
              </a:ext>
            </a:extLst>
          </p:cNvPr>
          <p:cNvGrpSpPr/>
          <p:nvPr/>
        </p:nvGrpSpPr>
        <p:grpSpPr>
          <a:xfrm>
            <a:off x="2420228" y="4561588"/>
            <a:ext cx="7351543" cy="2090821"/>
            <a:chOff x="2351088" y="493295"/>
            <a:chExt cx="7351543" cy="2090821"/>
          </a:xfrm>
        </p:grpSpPr>
        <p:sp>
          <p:nvSpPr>
            <p:cNvPr id="80" name="Прямоугольный треугольник 79">
              <a:extLst>
                <a:ext uri="{FF2B5EF4-FFF2-40B4-BE49-F238E27FC236}">
                  <a16:creationId xmlns:a16="http://schemas.microsoft.com/office/drawing/2014/main" id="{914B01AC-5325-4060-BBEC-E1E539032301}"/>
                </a:ext>
              </a:extLst>
            </p:cNvPr>
            <p:cNvSpPr/>
            <p:nvPr/>
          </p:nvSpPr>
          <p:spPr>
            <a:xfrm rot="5400000">
              <a:off x="3251200" y="1383632"/>
              <a:ext cx="1200484" cy="1200484"/>
            </a:xfrm>
            <a:prstGeom prst="rtTriangle">
              <a:avLst/>
            </a:prstGeom>
            <a:solidFill>
              <a:srgbClr val="B73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81" name="Прямоугольник 80">
              <a:extLst>
                <a:ext uri="{FF2B5EF4-FFF2-40B4-BE49-F238E27FC236}">
                  <a16:creationId xmlns:a16="http://schemas.microsoft.com/office/drawing/2014/main" id="{64D0F7B2-6BB8-4F61-BE33-63F5AD93CEDE}"/>
                </a:ext>
              </a:extLst>
            </p:cNvPr>
            <p:cNvSpPr/>
            <p:nvPr/>
          </p:nvSpPr>
          <p:spPr>
            <a:xfrm>
              <a:off x="2351088" y="493295"/>
              <a:ext cx="1780674" cy="1780674"/>
            </a:xfrm>
            <a:prstGeom prst="rect">
              <a:avLst/>
            </a:prstGeom>
            <a:gradFill flip="none" rotWithShape="1">
              <a:gsLst>
                <a:gs pos="20000">
                  <a:srgbClr val="B7378C"/>
                </a:gs>
                <a:gs pos="45000">
                  <a:srgbClr val="C94B9C"/>
                </a:gs>
                <a:gs pos="76000">
                  <a:srgbClr val="D36BAE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889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Прямоугольник 81">
              <a:extLst>
                <a:ext uri="{FF2B5EF4-FFF2-40B4-BE49-F238E27FC236}">
                  <a16:creationId xmlns:a16="http://schemas.microsoft.com/office/drawing/2014/main" id="{4545738B-1998-4CDF-8ACE-604EA06E11B0}"/>
                </a:ext>
              </a:extLst>
            </p:cNvPr>
            <p:cNvSpPr/>
            <p:nvPr/>
          </p:nvSpPr>
          <p:spPr>
            <a:xfrm>
              <a:off x="4451684" y="493295"/>
              <a:ext cx="5250947" cy="17806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889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83" name="Рисунок 82" descr="Бутылка с водой со сплошной заливкой">
              <a:extLst>
                <a:ext uri="{FF2B5EF4-FFF2-40B4-BE49-F238E27FC236}">
                  <a16:creationId xmlns:a16="http://schemas.microsoft.com/office/drawing/2014/main" id="{9BFABDB7-44E1-4D6B-90EF-2F667FC3365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2784225" y="919163"/>
              <a:ext cx="914400" cy="914400"/>
            </a:xfrm>
            <a:prstGeom prst="rect">
              <a:avLst/>
            </a:prstGeom>
          </p:spPr>
        </p:pic>
        <p:sp>
          <p:nvSpPr>
            <p:cNvPr id="84" name="Овал 83">
              <a:extLst>
                <a:ext uri="{FF2B5EF4-FFF2-40B4-BE49-F238E27FC236}">
                  <a16:creationId xmlns:a16="http://schemas.microsoft.com/office/drawing/2014/main" id="{019F1E51-AA14-4606-A989-E239EE705A98}"/>
                </a:ext>
              </a:extLst>
            </p:cNvPr>
            <p:cNvSpPr/>
            <p:nvPr/>
          </p:nvSpPr>
          <p:spPr>
            <a:xfrm>
              <a:off x="2576472" y="708904"/>
              <a:ext cx="1336467" cy="1336467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488BB1D4-009F-4223-A7A9-C0508B1DB3B5}"/>
                </a:ext>
              </a:extLst>
            </p:cNvPr>
            <p:cNvSpPr txBox="1"/>
            <p:nvPr/>
          </p:nvSpPr>
          <p:spPr>
            <a:xfrm>
              <a:off x="4669761" y="834397"/>
              <a:ext cx="1253425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gradFill>
                    <a:gsLst>
                      <a:gs pos="20000">
                        <a:srgbClr val="B7378C"/>
                      </a:gs>
                      <a:gs pos="45000">
                        <a:srgbClr val="CA4E9E"/>
                      </a:gs>
                      <a:gs pos="76000">
                        <a:srgbClr val="D36BAE"/>
                      </a:gs>
                    </a:gsLst>
                    <a:lin ang="5400000" scaled="1"/>
                  </a:gradFill>
                  <a:latin typeface="Bahnschrift" panose="020B0502040204020203" pitchFamily="34" charset="0"/>
                </a:rPr>
                <a:t>0</a:t>
              </a:r>
              <a:r>
                <a:rPr lang="ru-RU" sz="6600" b="1" dirty="0">
                  <a:gradFill>
                    <a:gsLst>
                      <a:gs pos="20000">
                        <a:srgbClr val="B7378C"/>
                      </a:gs>
                      <a:gs pos="45000">
                        <a:srgbClr val="CA4E9E"/>
                      </a:gs>
                      <a:gs pos="76000">
                        <a:srgbClr val="D36BAE"/>
                      </a:gs>
                    </a:gsLst>
                    <a:lin ang="5400000" scaled="1"/>
                  </a:gradFill>
                  <a:latin typeface="Bahnschrift" panose="020B0502040204020203" pitchFamily="34" charset="0"/>
                </a:rPr>
                <a:t>3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5BCE4676-3E6E-4135-B336-BD65078A28B4}"/>
                </a:ext>
              </a:extLst>
            </p:cNvPr>
            <p:cNvSpPr txBox="1"/>
            <p:nvPr/>
          </p:nvSpPr>
          <p:spPr>
            <a:xfrm>
              <a:off x="5985702" y="623039"/>
              <a:ext cx="29487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>
                  <a:gradFill>
                    <a:gsLst>
                      <a:gs pos="20000">
                        <a:srgbClr val="B7378C"/>
                      </a:gs>
                      <a:gs pos="45000">
                        <a:srgbClr val="CA4E9E"/>
                      </a:gs>
                      <a:gs pos="76000">
                        <a:srgbClr val="D36BAE"/>
                      </a:gs>
                    </a:gsLst>
                    <a:lin ang="5400000" scaled="1"/>
                  </a:gradFill>
                  <a:latin typeface="Bahnschrift" panose="020B0502040204020203" pitchFamily="34" charset="0"/>
                </a:rPr>
                <a:t>ОПИСАНИЕ ЭТАПА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59347575-8612-42FE-8662-41F78258E532}"/>
                </a:ext>
              </a:extLst>
            </p:cNvPr>
            <p:cNvSpPr txBox="1"/>
            <p:nvPr/>
          </p:nvSpPr>
          <p:spPr>
            <a:xfrm>
              <a:off x="6010212" y="977835"/>
              <a:ext cx="3308337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ndara" panose="020E0502030303020204" pitchFamily="34" charset="0"/>
                </a:rPr>
                <a:t>Описание этапа. Дайте короткое описание этому этапу, которое соответствует теме данного слайда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61334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FE3B71C-3254-4B02-9C29-1CCA257EB5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FFC3C103-4F8A-4172-9FBB-151A0CF5095F}"/>
              </a:ext>
            </a:extLst>
          </p:cNvPr>
          <p:cNvGrpSpPr/>
          <p:nvPr/>
        </p:nvGrpSpPr>
        <p:grpSpPr>
          <a:xfrm>
            <a:off x="2128128" y="140185"/>
            <a:ext cx="7351543" cy="2090821"/>
            <a:chOff x="2351088" y="493295"/>
            <a:chExt cx="7351543" cy="2090821"/>
          </a:xfrm>
        </p:grpSpPr>
        <p:sp>
          <p:nvSpPr>
            <p:cNvPr id="5" name="Прямоугольный треугольник 4">
              <a:extLst>
                <a:ext uri="{FF2B5EF4-FFF2-40B4-BE49-F238E27FC236}">
                  <a16:creationId xmlns:a16="http://schemas.microsoft.com/office/drawing/2014/main" id="{5CBF8B84-78A6-4889-A64D-C79E6A0D9487}"/>
                </a:ext>
              </a:extLst>
            </p:cNvPr>
            <p:cNvSpPr/>
            <p:nvPr/>
          </p:nvSpPr>
          <p:spPr>
            <a:xfrm rot="5400000">
              <a:off x="3251200" y="1383632"/>
              <a:ext cx="1200484" cy="1200484"/>
            </a:xfrm>
            <a:prstGeom prst="rtTriangle">
              <a:avLst/>
            </a:prstGeom>
            <a:solidFill>
              <a:srgbClr val="F4B2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" name="Прямоугольник 1">
              <a:extLst>
                <a:ext uri="{FF2B5EF4-FFF2-40B4-BE49-F238E27FC236}">
                  <a16:creationId xmlns:a16="http://schemas.microsoft.com/office/drawing/2014/main" id="{4170BDFC-DB22-49CC-9F36-5B3C0F71FDB9}"/>
                </a:ext>
              </a:extLst>
            </p:cNvPr>
            <p:cNvSpPr/>
            <p:nvPr/>
          </p:nvSpPr>
          <p:spPr>
            <a:xfrm>
              <a:off x="2351088" y="493295"/>
              <a:ext cx="1780674" cy="1780674"/>
            </a:xfrm>
            <a:prstGeom prst="rect">
              <a:avLst/>
            </a:prstGeom>
            <a:gradFill flip="none" rotWithShape="1">
              <a:gsLst>
                <a:gs pos="20000">
                  <a:srgbClr val="F4B11C"/>
                </a:gs>
                <a:gs pos="45000">
                  <a:srgbClr val="F3C016"/>
                </a:gs>
                <a:gs pos="76000">
                  <a:srgbClr val="F5CB1F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889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2" name="Прямоугольник 31">
              <a:extLst>
                <a:ext uri="{FF2B5EF4-FFF2-40B4-BE49-F238E27FC236}">
                  <a16:creationId xmlns:a16="http://schemas.microsoft.com/office/drawing/2014/main" id="{68B230D5-05A0-436A-8F77-68EA4F484687}"/>
                </a:ext>
              </a:extLst>
            </p:cNvPr>
            <p:cNvSpPr/>
            <p:nvPr/>
          </p:nvSpPr>
          <p:spPr>
            <a:xfrm>
              <a:off x="4451684" y="493295"/>
              <a:ext cx="5250947" cy="17806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889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0" name="Рисунок 9" descr="Китайский заварочный чайник и чашка со сплошной заливкой">
              <a:extLst>
                <a:ext uri="{FF2B5EF4-FFF2-40B4-BE49-F238E27FC236}">
                  <a16:creationId xmlns:a16="http://schemas.microsoft.com/office/drawing/2014/main" id="{890EE6A5-69A4-4CEB-8602-C781BFA7AF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84225" y="919163"/>
              <a:ext cx="914400" cy="914400"/>
            </a:xfrm>
            <a:prstGeom prst="rect">
              <a:avLst/>
            </a:prstGeom>
          </p:spPr>
        </p:pic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6B56E5B0-BD66-4CF7-BFD6-16FF84114AB5}"/>
                </a:ext>
              </a:extLst>
            </p:cNvPr>
            <p:cNvSpPr/>
            <p:nvPr/>
          </p:nvSpPr>
          <p:spPr>
            <a:xfrm>
              <a:off x="2576472" y="708904"/>
              <a:ext cx="1336467" cy="1336467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664B1B1-457F-4037-9D04-2DBDB7900827}"/>
                </a:ext>
              </a:extLst>
            </p:cNvPr>
            <p:cNvSpPr txBox="1"/>
            <p:nvPr/>
          </p:nvSpPr>
          <p:spPr>
            <a:xfrm>
              <a:off x="4790082" y="834397"/>
              <a:ext cx="985074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gradFill>
                    <a:gsLst>
                      <a:gs pos="20000">
                        <a:srgbClr val="F4B11C"/>
                      </a:gs>
                      <a:gs pos="45000">
                        <a:srgbClr val="F3C016"/>
                      </a:gs>
                      <a:gs pos="76000">
                        <a:srgbClr val="F5CB1F"/>
                      </a:gs>
                    </a:gsLst>
                    <a:lin ang="5400000" scaled="1"/>
                  </a:gradFill>
                  <a:latin typeface="Bahnschrift" panose="020B0502040204020203" pitchFamily="34" charset="0"/>
                </a:rPr>
                <a:t>01</a:t>
              </a:r>
              <a:endParaRPr lang="ru-RU" sz="6600" b="1" dirty="0">
                <a:gradFill>
                  <a:gsLst>
                    <a:gs pos="20000">
                      <a:srgbClr val="F4B11C"/>
                    </a:gs>
                    <a:gs pos="45000">
                      <a:srgbClr val="F3C016"/>
                    </a:gs>
                    <a:gs pos="76000">
                      <a:srgbClr val="F5CB1F"/>
                    </a:gs>
                  </a:gsLst>
                  <a:lin ang="5400000" scaled="1"/>
                </a:gradFill>
                <a:latin typeface="Bahnschrift" panose="020B0502040204020203" pitchFamily="34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B921480-4E98-4B1D-94E3-82E1C96AD193}"/>
                </a:ext>
              </a:extLst>
            </p:cNvPr>
            <p:cNvSpPr txBox="1"/>
            <p:nvPr/>
          </p:nvSpPr>
          <p:spPr>
            <a:xfrm>
              <a:off x="5985702" y="623039"/>
              <a:ext cx="29487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>
                  <a:gradFill>
                    <a:gsLst>
                      <a:gs pos="20000">
                        <a:srgbClr val="F4B11C"/>
                      </a:gs>
                      <a:gs pos="45000">
                        <a:srgbClr val="F3C016"/>
                      </a:gs>
                      <a:gs pos="76000">
                        <a:srgbClr val="F5CB1F"/>
                      </a:gs>
                    </a:gsLst>
                    <a:lin ang="5400000" scaled="1"/>
                  </a:gradFill>
                  <a:latin typeface="Bahnschrift" panose="020B0502040204020203" pitchFamily="34" charset="0"/>
                </a:rPr>
                <a:t>ОПИСАНИЕ ЭТАПА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092E678-BF62-4867-98E6-F6D295A14B3E}"/>
                </a:ext>
              </a:extLst>
            </p:cNvPr>
            <p:cNvSpPr txBox="1"/>
            <p:nvPr/>
          </p:nvSpPr>
          <p:spPr>
            <a:xfrm>
              <a:off x="6010212" y="977835"/>
              <a:ext cx="3308337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ndara" panose="020E0502030303020204" pitchFamily="34" charset="0"/>
                </a:rPr>
                <a:t>Описание этапа. Дайте короткое описание этому этапу, которое соответствует теме данного слайда</a:t>
              </a:r>
            </a:p>
          </p:txBody>
        </p:sp>
      </p:grp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146EEE74-4C17-4144-A1CA-8B34C5BF03CC}"/>
              </a:ext>
            </a:extLst>
          </p:cNvPr>
          <p:cNvGrpSpPr/>
          <p:nvPr/>
        </p:nvGrpSpPr>
        <p:grpSpPr>
          <a:xfrm flipH="1">
            <a:off x="2247524" y="2405199"/>
            <a:ext cx="7351543" cy="2090821"/>
            <a:chOff x="2351088" y="493295"/>
            <a:chExt cx="7351543" cy="2090821"/>
          </a:xfrm>
        </p:grpSpPr>
        <p:sp>
          <p:nvSpPr>
            <p:cNvPr id="53" name="Прямоугольный треугольник 52">
              <a:extLst>
                <a:ext uri="{FF2B5EF4-FFF2-40B4-BE49-F238E27FC236}">
                  <a16:creationId xmlns:a16="http://schemas.microsoft.com/office/drawing/2014/main" id="{0C65AE4F-3FC5-4DBF-BAA3-FB9479B291ED}"/>
                </a:ext>
              </a:extLst>
            </p:cNvPr>
            <p:cNvSpPr/>
            <p:nvPr/>
          </p:nvSpPr>
          <p:spPr>
            <a:xfrm rot="5400000">
              <a:off x="3251200" y="1383632"/>
              <a:ext cx="1200484" cy="1200484"/>
            </a:xfrm>
            <a:prstGeom prst="rtTriangle">
              <a:avLst/>
            </a:prstGeom>
            <a:solidFill>
              <a:srgbClr val="EA6E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68" name="Прямоугольник 67">
              <a:extLst>
                <a:ext uri="{FF2B5EF4-FFF2-40B4-BE49-F238E27FC236}">
                  <a16:creationId xmlns:a16="http://schemas.microsoft.com/office/drawing/2014/main" id="{09B6D6F3-AB7B-4980-A803-21C0FD6ADD5B}"/>
                </a:ext>
              </a:extLst>
            </p:cNvPr>
            <p:cNvSpPr/>
            <p:nvPr/>
          </p:nvSpPr>
          <p:spPr>
            <a:xfrm>
              <a:off x="2351088" y="493295"/>
              <a:ext cx="1780674" cy="1780674"/>
            </a:xfrm>
            <a:prstGeom prst="rect">
              <a:avLst/>
            </a:prstGeom>
            <a:gradFill flip="none" rotWithShape="1">
              <a:gsLst>
                <a:gs pos="20000">
                  <a:srgbClr val="EA6E1A"/>
                </a:gs>
                <a:gs pos="45000">
                  <a:srgbClr val="F2862E"/>
                </a:gs>
                <a:gs pos="76000">
                  <a:srgbClr val="FE8F2F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889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3" name="Прямоугольник 72">
              <a:extLst>
                <a:ext uri="{FF2B5EF4-FFF2-40B4-BE49-F238E27FC236}">
                  <a16:creationId xmlns:a16="http://schemas.microsoft.com/office/drawing/2014/main" id="{7440401C-96A7-442D-93BE-6C42CD688625}"/>
                </a:ext>
              </a:extLst>
            </p:cNvPr>
            <p:cNvSpPr/>
            <p:nvPr/>
          </p:nvSpPr>
          <p:spPr>
            <a:xfrm>
              <a:off x="4451684" y="493295"/>
              <a:ext cx="5250947" cy="17806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889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74" name="Рисунок 73" descr="Чашка латте со сплошной заливкой">
              <a:extLst>
                <a:ext uri="{FF2B5EF4-FFF2-40B4-BE49-F238E27FC236}">
                  <a16:creationId xmlns:a16="http://schemas.microsoft.com/office/drawing/2014/main" id="{A985CA2D-6A5E-4014-AFFE-410A1AC3CD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784225" y="919163"/>
              <a:ext cx="914400" cy="914400"/>
            </a:xfrm>
            <a:prstGeom prst="rect">
              <a:avLst/>
            </a:prstGeom>
          </p:spPr>
        </p:pic>
        <p:sp>
          <p:nvSpPr>
            <p:cNvPr id="75" name="Овал 74">
              <a:extLst>
                <a:ext uri="{FF2B5EF4-FFF2-40B4-BE49-F238E27FC236}">
                  <a16:creationId xmlns:a16="http://schemas.microsoft.com/office/drawing/2014/main" id="{F5E0C0D7-EA47-4B57-A720-270236375917}"/>
                </a:ext>
              </a:extLst>
            </p:cNvPr>
            <p:cNvSpPr/>
            <p:nvPr/>
          </p:nvSpPr>
          <p:spPr>
            <a:xfrm>
              <a:off x="2576472" y="708904"/>
              <a:ext cx="1336467" cy="1336467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5A283F7A-CAA4-4131-A650-AA502AFA798A}"/>
                </a:ext>
              </a:extLst>
            </p:cNvPr>
            <p:cNvSpPr txBox="1"/>
            <p:nvPr/>
          </p:nvSpPr>
          <p:spPr>
            <a:xfrm>
              <a:off x="4681798" y="810333"/>
              <a:ext cx="1200485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gradFill>
                    <a:gsLst>
                      <a:gs pos="20000">
                        <a:srgbClr val="EA6E1A"/>
                      </a:gs>
                      <a:gs pos="45000">
                        <a:srgbClr val="F4882E"/>
                      </a:gs>
                      <a:gs pos="76000">
                        <a:srgbClr val="FE8F2F"/>
                      </a:gs>
                    </a:gsLst>
                    <a:lin ang="5400000" scaled="1"/>
                  </a:gradFill>
                  <a:latin typeface="Bahnschrift" panose="020B0502040204020203" pitchFamily="34" charset="0"/>
                </a:rPr>
                <a:t>0</a:t>
              </a:r>
              <a:r>
                <a:rPr lang="ru-RU" sz="6600" b="1" dirty="0">
                  <a:gradFill>
                    <a:gsLst>
                      <a:gs pos="20000">
                        <a:srgbClr val="EA6E1A"/>
                      </a:gs>
                      <a:gs pos="45000">
                        <a:srgbClr val="F4882E"/>
                      </a:gs>
                      <a:gs pos="76000">
                        <a:srgbClr val="FE8F2F"/>
                      </a:gs>
                    </a:gsLst>
                    <a:lin ang="5400000" scaled="1"/>
                  </a:gradFill>
                  <a:latin typeface="Bahnschrift" panose="020B0502040204020203" pitchFamily="34" charset="0"/>
                </a:rPr>
                <a:t>2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15F3DF5C-4FE5-4FFE-BC9B-4E58D92C2E60}"/>
                </a:ext>
              </a:extLst>
            </p:cNvPr>
            <p:cNvSpPr txBox="1"/>
            <p:nvPr/>
          </p:nvSpPr>
          <p:spPr>
            <a:xfrm>
              <a:off x="5985702" y="623039"/>
              <a:ext cx="29487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ru-RU"/>
              </a:defPPr>
              <a:lvl1pPr algn="ctr">
                <a:defRPr sz="6600" b="1">
                  <a:gradFill>
                    <a:gsLst>
                      <a:gs pos="20000">
                        <a:srgbClr val="EA6E1A"/>
                      </a:gs>
                      <a:gs pos="45000">
                        <a:srgbClr val="F4882E"/>
                      </a:gs>
                      <a:gs pos="76000">
                        <a:srgbClr val="FE8F2F"/>
                      </a:gs>
                    </a:gsLst>
                    <a:lin ang="5400000" scaled="1"/>
                  </a:gradFill>
                  <a:latin typeface="Bahnschrift" panose="020B0502040204020203" pitchFamily="34" charset="0"/>
                </a:defRPr>
              </a:lvl1pPr>
            </a:lstStyle>
            <a:p>
              <a:pPr algn="r"/>
              <a:r>
                <a:rPr lang="ru-RU" sz="2000" dirty="0"/>
                <a:t>ОПИСАНИЕ ЭТАПА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7C2269D-2A05-49F8-9D20-9DD191E21E61}"/>
                </a:ext>
              </a:extLst>
            </p:cNvPr>
            <p:cNvSpPr txBox="1"/>
            <p:nvPr/>
          </p:nvSpPr>
          <p:spPr>
            <a:xfrm>
              <a:off x="6010212" y="977835"/>
              <a:ext cx="3308337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u-RU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ndara" panose="020E0502030303020204" pitchFamily="34" charset="0"/>
                </a:rPr>
                <a:t>Описание этапа. Дайте короткое описание этому этапу, которое соответствует теме данного слайда</a:t>
              </a:r>
            </a:p>
          </p:txBody>
        </p:sp>
      </p:grpSp>
      <p:grpSp>
        <p:nvGrpSpPr>
          <p:cNvPr id="79" name="Группа 78">
            <a:extLst>
              <a:ext uri="{FF2B5EF4-FFF2-40B4-BE49-F238E27FC236}">
                <a16:creationId xmlns:a16="http://schemas.microsoft.com/office/drawing/2014/main" id="{05546B50-E1A7-4DF9-8DA7-A22B20C4F2EB}"/>
              </a:ext>
            </a:extLst>
          </p:cNvPr>
          <p:cNvGrpSpPr/>
          <p:nvPr/>
        </p:nvGrpSpPr>
        <p:grpSpPr>
          <a:xfrm>
            <a:off x="2374772" y="4523795"/>
            <a:ext cx="7351543" cy="2090821"/>
            <a:chOff x="2351088" y="493295"/>
            <a:chExt cx="7351543" cy="2090821"/>
          </a:xfrm>
        </p:grpSpPr>
        <p:sp>
          <p:nvSpPr>
            <p:cNvPr id="80" name="Прямоугольный треугольник 79">
              <a:extLst>
                <a:ext uri="{FF2B5EF4-FFF2-40B4-BE49-F238E27FC236}">
                  <a16:creationId xmlns:a16="http://schemas.microsoft.com/office/drawing/2014/main" id="{914B01AC-5325-4060-BBEC-E1E539032301}"/>
                </a:ext>
              </a:extLst>
            </p:cNvPr>
            <p:cNvSpPr/>
            <p:nvPr/>
          </p:nvSpPr>
          <p:spPr>
            <a:xfrm rot="5400000">
              <a:off x="3251200" y="1383632"/>
              <a:ext cx="1200484" cy="1200484"/>
            </a:xfrm>
            <a:prstGeom prst="rtTriangle">
              <a:avLst/>
            </a:prstGeom>
            <a:solidFill>
              <a:srgbClr val="B73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81" name="Прямоугольник 80">
              <a:extLst>
                <a:ext uri="{FF2B5EF4-FFF2-40B4-BE49-F238E27FC236}">
                  <a16:creationId xmlns:a16="http://schemas.microsoft.com/office/drawing/2014/main" id="{64D0F7B2-6BB8-4F61-BE33-63F5AD93CEDE}"/>
                </a:ext>
              </a:extLst>
            </p:cNvPr>
            <p:cNvSpPr/>
            <p:nvPr/>
          </p:nvSpPr>
          <p:spPr>
            <a:xfrm>
              <a:off x="2351088" y="493295"/>
              <a:ext cx="1780674" cy="1780674"/>
            </a:xfrm>
            <a:prstGeom prst="rect">
              <a:avLst/>
            </a:prstGeom>
            <a:gradFill flip="none" rotWithShape="1">
              <a:gsLst>
                <a:gs pos="20000">
                  <a:srgbClr val="B7378C"/>
                </a:gs>
                <a:gs pos="45000">
                  <a:srgbClr val="C94B9C"/>
                </a:gs>
                <a:gs pos="76000">
                  <a:srgbClr val="D36BAE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889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Прямоугольник 81">
              <a:extLst>
                <a:ext uri="{FF2B5EF4-FFF2-40B4-BE49-F238E27FC236}">
                  <a16:creationId xmlns:a16="http://schemas.microsoft.com/office/drawing/2014/main" id="{4545738B-1998-4CDF-8ACE-604EA06E11B0}"/>
                </a:ext>
              </a:extLst>
            </p:cNvPr>
            <p:cNvSpPr/>
            <p:nvPr/>
          </p:nvSpPr>
          <p:spPr>
            <a:xfrm>
              <a:off x="4451684" y="493295"/>
              <a:ext cx="5250947" cy="17806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889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83" name="Рисунок 82" descr="Бутылка с водой со сплошной заливкой">
              <a:extLst>
                <a:ext uri="{FF2B5EF4-FFF2-40B4-BE49-F238E27FC236}">
                  <a16:creationId xmlns:a16="http://schemas.microsoft.com/office/drawing/2014/main" id="{9BFABDB7-44E1-4D6B-90EF-2F667FC3365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2784225" y="919163"/>
              <a:ext cx="914400" cy="914400"/>
            </a:xfrm>
            <a:prstGeom prst="rect">
              <a:avLst/>
            </a:prstGeom>
          </p:spPr>
        </p:pic>
        <p:sp>
          <p:nvSpPr>
            <p:cNvPr id="84" name="Овал 83">
              <a:extLst>
                <a:ext uri="{FF2B5EF4-FFF2-40B4-BE49-F238E27FC236}">
                  <a16:creationId xmlns:a16="http://schemas.microsoft.com/office/drawing/2014/main" id="{019F1E51-AA14-4606-A989-E239EE705A98}"/>
                </a:ext>
              </a:extLst>
            </p:cNvPr>
            <p:cNvSpPr/>
            <p:nvPr/>
          </p:nvSpPr>
          <p:spPr>
            <a:xfrm>
              <a:off x="2576472" y="708904"/>
              <a:ext cx="1336467" cy="1336467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488BB1D4-009F-4223-A7A9-C0508B1DB3B5}"/>
                </a:ext>
              </a:extLst>
            </p:cNvPr>
            <p:cNvSpPr txBox="1"/>
            <p:nvPr/>
          </p:nvSpPr>
          <p:spPr>
            <a:xfrm>
              <a:off x="4669761" y="834397"/>
              <a:ext cx="1253425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gradFill>
                    <a:gsLst>
                      <a:gs pos="20000">
                        <a:srgbClr val="B7378C"/>
                      </a:gs>
                      <a:gs pos="45000">
                        <a:srgbClr val="CA4E9E"/>
                      </a:gs>
                      <a:gs pos="76000">
                        <a:srgbClr val="D36BAE"/>
                      </a:gs>
                    </a:gsLst>
                    <a:lin ang="5400000" scaled="1"/>
                  </a:gradFill>
                  <a:latin typeface="Bahnschrift" panose="020B0502040204020203" pitchFamily="34" charset="0"/>
                </a:rPr>
                <a:t>0</a:t>
              </a:r>
              <a:r>
                <a:rPr lang="ru-RU" sz="6600" b="1" dirty="0">
                  <a:gradFill>
                    <a:gsLst>
                      <a:gs pos="20000">
                        <a:srgbClr val="B7378C"/>
                      </a:gs>
                      <a:gs pos="45000">
                        <a:srgbClr val="CA4E9E"/>
                      </a:gs>
                      <a:gs pos="76000">
                        <a:srgbClr val="D36BAE"/>
                      </a:gs>
                    </a:gsLst>
                    <a:lin ang="5400000" scaled="1"/>
                  </a:gradFill>
                  <a:latin typeface="Bahnschrift" panose="020B0502040204020203" pitchFamily="34" charset="0"/>
                </a:rPr>
                <a:t>3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5BCE4676-3E6E-4135-B336-BD65078A28B4}"/>
                </a:ext>
              </a:extLst>
            </p:cNvPr>
            <p:cNvSpPr txBox="1"/>
            <p:nvPr/>
          </p:nvSpPr>
          <p:spPr>
            <a:xfrm>
              <a:off x="5985702" y="623039"/>
              <a:ext cx="29487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>
                  <a:gradFill>
                    <a:gsLst>
                      <a:gs pos="20000">
                        <a:srgbClr val="B7378C"/>
                      </a:gs>
                      <a:gs pos="45000">
                        <a:srgbClr val="CA4E9E"/>
                      </a:gs>
                      <a:gs pos="76000">
                        <a:srgbClr val="D36BAE"/>
                      </a:gs>
                    </a:gsLst>
                    <a:lin ang="5400000" scaled="1"/>
                  </a:gradFill>
                  <a:latin typeface="Bahnschrift" panose="020B0502040204020203" pitchFamily="34" charset="0"/>
                </a:rPr>
                <a:t>ОПИСАНИЕ ЭТАПА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59347575-8612-42FE-8662-41F78258E532}"/>
                </a:ext>
              </a:extLst>
            </p:cNvPr>
            <p:cNvSpPr txBox="1"/>
            <p:nvPr/>
          </p:nvSpPr>
          <p:spPr>
            <a:xfrm>
              <a:off x="6010212" y="977835"/>
              <a:ext cx="3308337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ndara" panose="020E0502030303020204" pitchFamily="34" charset="0"/>
                </a:rPr>
                <a:t>Описание этапа. Дайте короткое описание этому этапу, которое соответствует теме данного слайда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9886890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478</TotalTime>
  <Words>701</Words>
  <Application>Microsoft Office PowerPoint</Application>
  <PresentationFormat>Широкоэкранный</PresentationFormat>
  <Paragraphs>136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Arial</vt:lpstr>
      <vt:lpstr>Bahnschrift</vt:lpstr>
      <vt:lpstr>Calibri</vt:lpstr>
      <vt:lpstr>Calibri Light</vt:lpstr>
      <vt:lpstr>Candara</vt:lpstr>
      <vt:lpstr>Helvetica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Андрей Мудрый</dc:creator>
  <cp:lastModifiedBy>Елена</cp:lastModifiedBy>
  <cp:revision>8</cp:revision>
  <dcterms:created xsi:type="dcterms:W3CDTF">2022-04-01T14:16:59Z</dcterms:created>
  <dcterms:modified xsi:type="dcterms:W3CDTF">2025-09-15T19:09:39Z</dcterms:modified>
</cp:coreProperties>
</file>